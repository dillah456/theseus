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72" r:id="rId3"/>
    <p:sldId id="280" r:id="rId4"/>
    <p:sldId id="261" r:id="rId5"/>
    <p:sldId id="273" r:id="rId6"/>
    <p:sldId id="262" r:id="rId7"/>
    <p:sldId id="263" r:id="rId8"/>
    <p:sldId id="274" r:id="rId9"/>
    <p:sldId id="264" r:id="rId10"/>
    <p:sldId id="265" r:id="rId11"/>
    <p:sldId id="266" r:id="rId12"/>
    <p:sldId id="275" r:id="rId13"/>
    <p:sldId id="267" r:id="rId14"/>
    <p:sldId id="276" r:id="rId15"/>
    <p:sldId id="268" r:id="rId16"/>
    <p:sldId id="269" r:id="rId17"/>
    <p:sldId id="270" r:id="rId18"/>
    <p:sldId id="277" r:id="rId19"/>
    <p:sldId id="278" r:id="rId20"/>
    <p:sldId id="27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324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C3EC2BF1-551B-42E5-B092-C0AD34B832DE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C3EC2BF1-551B-42E5-B092-C0AD34B832DE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C3EC2BF1-551B-42E5-B092-C0AD34B832DE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C2BF1-551B-42E5-B092-C0AD34B832DE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C2BF1-551B-42E5-B092-C0AD34B832DE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3EC2BF1-551B-42E5-B092-C0AD34B832DE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C2BF1-551B-42E5-B092-C0AD34B832DE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C3EC2BF1-551B-42E5-B092-C0AD34B832DE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3EC2BF1-551B-42E5-B092-C0AD34B832DE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C2BF1-551B-42E5-B092-C0AD34B832DE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C2BF1-551B-42E5-B092-C0AD34B832DE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C3EC2BF1-551B-42E5-B092-C0AD34B832DE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C5FD5E7-9EB2-471B-BB9D-74CC12E8365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838200"/>
            <a:ext cx="8229600" cy="253682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LAYANAN PRIMA </a:t>
            </a:r>
            <a:r>
              <a:rPr lang="en-US" sz="36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en-US" sz="36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36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DAN </a:t>
            </a:r>
            <a:br>
              <a:rPr lang="en-US" sz="36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36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MENGORGANISIR </a:t>
            </a:r>
            <a:r>
              <a:rPr lang="en-US" sz="36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COMPLAIN</a:t>
            </a:r>
            <a:r>
              <a:rPr lang="en-US" sz="3600" i="1" dirty="0"/>
              <a:t/>
            </a:r>
            <a:br>
              <a:rPr lang="en-US" sz="3600" i="1" dirty="0"/>
            </a:br>
            <a:endParaRPr lang="en-US" sz="36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8077200" cy="5711952"/>
          </a:xfr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 err="1" smtClean="0"/>
              <a:t>Dasar</a:t>
            </a:r>
            <a:r>
              <a:rPr lang="en-US" sz="3200" dirty="0" smtClean="0"/>
              <a:t> </a:t>
            </a:r>
            <a:r>
              <a:rPr lang="en-US" sz="3200" dirty="0" err="1" smtClean="0"/>
              <a:t>pentingnya</a:t>
            </a:r>
            <a:r>
              <a:rPr lang="en-US" sz="3200" dirty="0" smtClean="0"/>
              <a:t> </a:t>
            </a:r>
            <a:r>
              <a:rPr lang="en-US" sz="3200" dirty="0" err="1" smtClean="0"/>
              <a:t>mengorganisir</a:t>
            </a:r>
            <a:r>
              <a:rPr lang="en-US" sz="3200" dirty="0" smtClean="0"/>
              <a:t> </a:t>
            </a:r>
            <a:r>
              <a:rPr lang="en-US" sz="3200" dirty="0" err="1" smtClean="0"/>
              <a:t>komplain</a:t>
            </a:r>
            <a:r>
              <a:rPr lang="en-US" sz="3200" dirty="0" smtClean="0"/>
              <a:t> </a:t>
            </a:r>
            <a:r>
              <a:rPr lang="en-US" sz="3200" dirty="0" err="1" smtClean="0"/>
              <a:t>menurut</a:t>
            </a:r>
            <a:r>
              <a:rPr lang="en-US" sz="3200" dirty="0" smtClean="0"/>
              <a:t> </a:t>
            </a:r>
            <a:r>
              <a:rPr lang="en-US" sz="3200" dirty="0" err="1" smtClean="0"/>
              <a:t>Scelling</a:t>
            </a:r>
            <a:r>
              <a:rPr lang="en-US" sz="3200" dirty="0" smtClean="0"/>
              <a:t> and Chris </a:t>
            </a:r>
            <a:r>
              <a:rPr lang="en-US" sz="3200" dirty="0" err="1" smtClean="0"/>
              <a:t>Topher</a:t>
            </a:r>
            <a:r>
              <a:rPr lang="en-US" sz="3200" dirty="0" smtClean="0"/>
              <a:t>:  :</a:t>
            </a:r>
          </a:p>
          <a:p>
            <a:endParaRPr lang="en-US" dirty="0" smtClean="0"/>
          </a:p>
          <a:p>
            <a:pPr algn="ctr"/>
            <a:r>
              <a:rPr lang="en-US" sz="3600" dirty="0" smtClean="0"/>
              <a:t>”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bahwa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pelanggan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yg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mengeluh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adalah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teman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baik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kami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karena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mereka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memberikan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kesempatan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kapada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kami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untuk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meningkatkan</a:t>
            </a:r>
            <a:r>
              <a:rPr lang="en-US" sz="3600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err="1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pelayanan</a:t>
            </a:r>
            <a:r>
              <a:rPr lang="en-US" b="1" dirty="0" smtClean="0">
                <a:latin typeface="Century Gothic" pitchFamily="34" charset="0"/>
                <a:ea typeface="Arial Unicode MS" pitchFamily="34" charset="-128"/>
                <a:cs typeface="Arial Unicode MS" pitchFamily="34" charset="-128"/>
              </a:rPr>
              <a:t>”</a:t>
            </a:r>
            <a:endParaRPr lang="en-US" b="1" dirty="0">
              <a:latin typeface="Century Gothic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Komplain</a:t>
            </a:r>
            <a:r>
              <a:rPr lang="en-US" dirty="0" smtClean="0"/>
              <a:t> </a:t>
            </a:r>
            <a:r>
              <a:rPr lang="en-US" dirty="0" err="1" smtClean="0"/>
              <a:t>pelanggan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melalui</a:t>
            </a:r>
            <a:r>
              <a:rPr lang="en-US" dirty="0" smtClean="0"/>
              <a:t>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indent="-457200" algn="ctr">
              <a:buAutoNum type="arabicPeriod"/>
            </a:pPr>
            <a:r>
              <a:rPr lang="en-US" sz="4000" dirty="0" smtClean="0"/>
              <a:t>Call Center</a:t>
            </a:r>
          </a:p>
          <a:p>
            <a:pPr marL="457200" indent="-457200" algn="ctr">
              <a:buAutoNum type="arabicPeriod"/>
            </a:pPr>
            <a:r>
              <a:rPr lang="en-US" sz="4000" dirty="0" err="1" smtClean="0"/>
              <a:t>Mas</a:t>
            </a:r>
            <a:r>
              <a:rPr lang="en-US" sz="4000" dirty="0" smtClean="0"/>
              <a:t> Media</a:t>
            </a:r>
          </a:p>
          <a:p>
            <a:pPr marL="457200" indent="-457200" algn="ctr">
              <a:buAutoNum type="arabicPeriod"/>
            </a:pPr>
            <a:r>
              <a:rPr lang="en-US" sz="4000" dirty="0" err="1" smtClean="0"/>
              <a:t>Surat</a:t>
            </a:r>
            <a:r>
              <a:rPr lang="en-US" sz="4000" dirty="0" smtClean="0"/>
              <a:t> </a:t>
            </a:r>
            <a:r>
              <a:rPr lang="en-US" sz="4000" dirty="0" err="1" smtClean="0"/>
              <a:t>menyurat</a:t>
            </a:r>
            <a:endParaRPr lang="en-US" sz="4000" dirty="0" smtClean="0"/>
          </a:p>
          <a:p>
            <a:pPr marL="457200" indent="-457200" algn="ctr">
              <a:buAutoNum type="arabicPeriod"/>
            </a:pPr>
            <a:r>
              <a:rPr lang="en-US" sz="4000" dirty="0" err="1" smtClean="0"/>
              <a:t>Tatap</a:t>
            </a:r>
            <a:r>
              <a:rPr lang="en-US" sz="4000" dirty="0" smtClean="0"/>
              <a:t> </a:t>
            </a:r>
            <a:r>
              <a:rPr lang="en-US" sz="4000" dirty="0" err="1" smtClean="0"/>
              <a:t>muka</a:t>
            </a:r>
            <a:endParaRPr lang="en-US" sz="4000" dirty="0" smtClean="0"/>
          </a:p>
          <a:p>
            <a:pPr marL="457200" indent="-457200" algn="ctr">
              <a:buAutoNum type="arabicPeriod"/>
            </a:pP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dirty="0" err="1" smtClean="0"/>
              <a:t>Peranan</a:t>
            </a:r>
            <a:r>
              <a:rPr lang="en-US" dirty="0" smtClean="0"/>
              <a:t> Call Center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229600" cy="5029200"/>
          </a:xfrm>
          <a:solidFill>
            <a:schemeClr val="bg1">
              <a:lumMod val="95000"/>
            </a:schemeClr>
          </a:solidFill>
        </p:spPr>
        <p:txBody>
          <a:bodyPr>
            <a:normAutofit lnSpcReduction="10000"/>
          </a:bodyPr>
          <a:lstStyle/>
          <a:p>
            <a:r>
              <a:rPr lang="en-US" sz="3200" dirty="0" err="1" smtClean="0"/>
              <a:t>Fasilitas</a:t>
            </a:r>
            <a:r>
              <a:rPr lang="en-US" sz="3200" dirty="0" smtClean="0"/>
              <a:t> </a:t>
            </a:r>
            <a:r>
              <a:rPr lang="en-US" sz="3200" i="1" dirty="0"/>
              <a:t>call center</a:t>
            </a:r>
            <a:r>
              <a:rPr lang="en-US" sz="3200" dirty="0"/>
              <a:t> </a:t>
            </a:r>
            <a:r>
              <a:rPr lang="en-US" sz="3200" dirty="0" err="1"/>
              <a:t>merupakan</a:t>
            </a:r>
            <a:r>
              <a:rPr lang="en-US" sz="3200" dirty="0"/>
              <a:t> </a:t>
            </a:r>
            <a:r>
              <a:rPr lang="en-US" sz="3200" dirty="0" err="1"/>
              <a:t>layanan</a:t>
            </a:r>
            <a:r>
              <a:rPr lang="en-US" sz="3200" dirty="0"/>
              <a:t> </a:t>
            </a:r>
            <a:r>
              <a:rPr lang="en-US" sz="3200" dirty="0" err="1"/>
              <a:t>bagi</a:t>
            </a:r>
            <a:r>
              <a:rPr lang="en-US" sz="3200" dirty="0"/>
              <a:t> </a:t>
            </a:r>
            <a:r>
              <a:rPr lang="en-US" sz="3200" dirty="0" err="1"/>
              <a:t>setiap</a:t>
            </a:r>
            <a:r>
              <a:rPr lang="en-US" sz="3200" dirty="0"/>
              <a:t> </a:t>
            </a:r>
            <a:r>
              <a:rPr lang="en-US" sz="3200" dirty="0" err="1"/>
              <a:t>perusahan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meningkatkan</a:t>
            </a:r>
            <a:r>
              <a:rPr lang="en-US" sz="3200" dirty="0"/>
              <a:t> </a:t>
            </a:r>
            <a:r>
              <a:rPr lang="en-US" sz="3200" dirty="0" err="1"/>
              <a:t>daya</a:t>
            </a:r>
            <a:r>
              <a:rPr lang="en-US" sz="3200" dirty="0"/>
              <a:t> </a:t>
            </a:r>
            <a:r>
              <a:rPr lang="en-US" sz="3200" dirty="0" err="1"/>
              <a:t>saing</a:t>
            </a:r>
            <a:r>
              <a:rPr lang="en-US" sz="3200" dirty="0"/>
              <a:t> </a:t>
            </a:r>
            <a:r>
              <a:rPr lang="en-US" sz="3200" dirty="0" err="1"/>
              <a:t>di</a:t>
            </a:r>
            <a:r>
              <a:rPr lang="en-US" sz="3200" dirty="0"/>
              <a:t> </a:t>
            </a:r>
            <a:r>
              <a:rPr lang="en-US" sz="3200" dirty="0" err="1"/>
              <a:t>mata</a:t>
            </a:r>
            <a:r>
              <a:rPr lang="en-US" sz="3200" dirty="0"/>
              <a:t> </a:t>
            </a:r>
            <a:r>
              <a:rPr lang="en-US" sz="3200" dirty="0" err="1"/>
              <a:t>pelanggannya</a:t>
            </a:r>
            <a:r>
              <a:rPr lang="en-US" sz="3200" dirty="0"/>
              <a:t>. </a:t>
            </a:r>
            <a:endParaRPr lang="en-US" sz="3200" dirty="0" smtClean="0"/>
          </a:p>
          <a:p>
            <a:endParaRPr lang="en-US" sz="3200" dirty="0" smtClean="0"/>
          </a:p>
          <a:p>
            <a:r>
              <a:rPr lang="en-US" sz="3200" i="1" dirty="0" smtClean="0"/>
              <a:t>Service</a:t>
            </a:r>
            <a:r>
              <a:rPr lang="en-US" sz="3200" dirty="0" smtClean="0"/>
              <a:t> </a:t>
            </a:r>
            <a:r>
              <a:rPr lang="en-US" sz="3200" dirty="0"/>
              <a:t>yang </a:t>
            </a:r>
            <a:r>
              <a:rPr lang="en-US" sz="3200" dirty="0" err="1"/>
              <a:t>bagus</a:t>
            </a:r>
            <a:r>
              <a:rPr lang="en-US" sz="3200" dirty="0"/>
              <a:t> </a:t>
            </a:r>
            <a:r>
              <a:rPr lang="en-US" sz="3200" dirty="0" err="1"/>
              <a:t>melalui</a:t>
            </a:r>
            <a:r>
              <a:rPr lang="en-US" sz="3200" dirty="0"/>
              <a:t> </a:t>
            </a:r>
            <a:r>
              <a:rPr lang="en-US" sz="3200" i="1" dirty="0"/>
              <a:t>call center</a:t>
            </a:r>
            <a:r>
              <a:rPr lang="en-US" sz="3200" dirty="0"/>
              <a:t> </a:t>
            </a:r>
            <a:r>
              <a:rPr lang="en-US" sz="3200" dirty="0" err="1"/>
              <a:t>akan</a:t>
            </a:r>
            <a:r>
              <a:rPr lang="en-US" sz="3200" dirty="0"/>
              <a:t> </a:t>
            </a:r>
            <a:r>
              <a:rPr lang="en-US" sz="3200" dirty="0" err="1"/>
              <a:t>memberikan</a:t>
            </a:r>
            <a:r>
              <a:rPr lang="en-US" sz="3200" dirty="0"/>
              <a:t> </a:t>
            </a:r>
            <a:r>
              <a:rPr lang="en-US" sz="3200" dirty="0" err="1"/>
              <a:t>pengalaman</a:t>
            </a:r>
            <a:r>
              <a:rPr lang="en-US" sz="3200" dirty="0"/>
              <a:t> </a:t>
            </a:r>
            <a:r>
              <a:rPr lang="en-US" sz="3200" dirty="0" err="1"/>
              <a:t>bagi</a:t>
            </a:r>
            <a:r>
              <a:rPr lang="en-US" sz="3200" dirty="0"/>
              <a:t> </a:t>
            </a:r>
            <a:r>
              <a:rPr lang="en-US" sz="3200" dirty="0" err="1"/>
              <a:t>pelanggan</a:t>
            </a:r>
            <a:r>
              <a:rPr lang="en-US" sz="3200" dirty="0"/>
              <a:t> </a:t>
            </a:r>
            <a:r>
              <a:rPr lang="en-US" sz="3200" dirty="0" err="1"/>
              <a:t>dan</a:t>
            </a:r>
            <a:r>
              <a:rPr lang="en-US" sz="3200" dirty="0"/>
              <a:t> </a:t>
            </a:r>
            <a:r>
              <a:rPr lang="en-US" sz="3200" dirty="0" err="1"/>
              <a:t>menjadikannya</a:t>
            </a:r>
            <a:r>
              <a:rPr lang="en-US" sz="3200" dirty="0"/>
              <a:t> loyal </a:t>
            </a:r>
            <a:r>
              <a:rPr lang="en-US" sz="3200" dirty="0" err="1"/>
              <a:t>sehingga</a:t>
            </a:r>
            <a:r>
              <a:rPr lang="en-US" sz="3200" dirty="0"/>
              <a:t> </a:t>
            </a:r>
            <a:r>
              <a:rPr lang="en-US" sz="3200" dirty="0" err="1"/>
              <a:t>dapat</a:t>
            </a:r>
            <a:r>
              <a:rPr lang="en-US" sz="3200" dirty="0"/>
              <a:t> </a:t>
            </a:r>
            <a:r>
              <a:rPr lang="en-US" sz="3200" dirty="0" err="1"/>
              <a:t>menjadi</a:t>
            </a:r>
            <a:r>
              <a:rPr lang="en-US" sz="3200" dirty="0"/>
              <a:t> </a:t>
            </a:r>
            <a:r>
              <a:rPr lang="en-US" sz="3200" dirty="0" err="1"/>
              <a:t>penganjur</a:t>
            </a:r>
            <a:r>
              <a:rPr lang="en-US" sz="3200" dirty="0"/>
              <a:t> </a:t>
            </a:r>
            <a:r>
              <a:rPr lang="en-US" sz="3200" dirty="0" err="1"/>
              <a:t>bagi</a:t>
            </a:r>
            <a:r>
              <a:rPr lang="en-US" sz="3200" dirty="0"/>
              <a:t> </a:t>
            </a:r>
            <a:r>
              <a:rPr lang="en-US" sz="3200" dirty="0" err="1"/>
              <a:t>pelanggan</a:t>
            </a:r>
            <a:r>
              <a:rPr lang="en-US" sz="3200" dirty="0" smtClean="0"/>
              <a:t>/ </a:t>
            </a:r>
            <a:r>
              <a:rPr lang="en-US" sz="3200" i="1" dirty="0" smtClean="0"/>
              <a:t>customer </a:t>
            </a:r>
            <a:r>
              <a:rPr lang="en-US" sz="3200" dirty="0"/>
              <a:t>lain (</a:t>
            </a:r>
            <a:r>
              <a:rPr lang="en-US" sz="3200" dirty="0" err="1"/>
              <a:t>baru</a:t>
            </a:r>
            <a:r>
              <a:rPr lang="en-US" sz="3200" dirty="0"/>
              <a:t>). </a:t>
            </a:r>
            <a:endParaRPr lang="en-US" sz="3200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8077200" cy="540715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4000" dirty="0" err="1" smtClean="0"/>
              <a:t>Pelanggan</a:t>
            </a:r>
            <a:r>
              <a:rPr lang="en-US" sz="4000" dirty="0" smtClean="0"/>
              <a:t> yang </a:t>
            </a:r>
            <a:r>
              <a:rPr lang="en-US" sz="4000" dirty="0" err="1" smtClean="0"/>
              <a:t>semakin</a:t>
            </a:r>
            <a:r>
              <a:rPr lang="en-US" sz="4000" dirty="0" smtClean="0"/>
              <a:t> mobile </a:t>
            </a:r>
            <a:r>
              <a:rPr lang="en-US" sz="4000" dirty="0" err="1" smtClean="0"/>
              <a:t>dan</a:t>
            </a:r>
            <a:r>
              <a:rPr lang="en-US" sz="4000" dirty="0" smtClean="0"/>
              <a:t> </a:t>
            </a:r>
            <a:r>
              <a:rPr lang="en-US" sz="4000" dirty="0" err="1" smtClean="0"/>
              <a:t>canggih</a:t>
            </a:r>
            <a:r>
              <a:rPr lang="en-US" sz="4000" dirty="0" smtClean="0"/>
              <a:t> </a:t>
            </a:r>
            <a:r>
              <a:rPr lang="en-US" sz="4000" dirty="0" err="1" smtClean="0"/>
              <a:t>serta</a:t>
            </a:r>
            <a:r>
              <a:rPr lang="en-US" sz="4000" dirty="0" smtClean="0"/>
              <a:t> </a:t>
            </a:r>
            <a:r>
              <a:rPr lang="en-US" sz="4000" dirty="0" err="1" smtClean="0"/>
              <a:t>keinginan</a:t>
            </a:r>
            <a:r>
              <a:rPr lang="en-US" sz="4000" dirty="0" smtClean="0"/>
              <a:t> </a:t>
            </a:r>
            <a:r>
              <a:rPr lang="en-US" sz="4000" dirty="0" err="1" smtClean="0"/>
              <a:t>untuk</a:t>
            </a:r>
            <a:r>
              <a:rPr lang="en-US" sz="4000" dirty="0" smtClean="0"/>
              <a:t> </a:t>
            </a:r>
            <a:r>
              <a:rPr lang="en-US" sz="4000" dirty="0" err="1" smtClean="0"/>
              <a:t>memperoleh</a:t>
            </a:r>
            <a:r>
              <a:rPr lang="en-US" sz="4000" dirty="0" smtClean="0"/>
              <a:t> </a:t>
            </a:r>
            <a:r>
              <a:rPr lang="en-US" sz="4000" dirty="0" err="1" smtClean="0"/>
              <a:t>pelayanan</a:t>
            </a:r>
            <a:r>
              <a:rPr lang="en-US" sz="4000" dirty="0" smtClean="0"/>
              <a:t> yang </a:t>
            </a:r>
            <a:r>
              <a:rPr lang="en-US" sz="4000" dirty="0" err="1" smtClean="0"/>
              <a:t>semakin</a:t>
            </a:r>
            <a:r>
              <a:rPr lang="en-US" sz="4000" dirty="0" smtClean="0"/>
              <a:t> </a:t>
            </a:r>
            <a:r>
              <a:rPr lang="en-US" sz="4000" dirty="0" err="1" smtClean="0"/>
              <a:t>cepat</a:t>
            </a:r>
            <a:r>
              <a:rPr lang="en-US" sz="4000" dirty="0" smtClean="0"/>
              <a:t> </a:t>
            </a:r>
            <a:r>
              <a:rPr lang="en-US" sz="4000" dirty="0" err="1" smtClean="0"/>
              <a:t>menjadi</a:t>
            </a:r>
            <a:r>
              <a:rPr lang="en-US" sz="4000" dirty="0" smtClean="0"/>
              <a:t> </a:t>
            </a:r>
            <a:r>
              <a:rPr lang="en-US" sz="4000" dirty="0" err="1" smtClean="0"/>
              <a:t>salah</a:t>
            </a:r>
            <a:r>
              <a:rPr lang="en-US" sz="4000" dirty="0" smtClean="0"/>
              <a:t> </a:t>
            </a:r>
            <a:r>
              <a:rPr lang="en-US" sz="4000" dirty="0" err="1" smtClean="0"/>
              <a:t>satu</a:t>
            </a:r>
            <a:r>
              <a:rPr lang="en-US" sz="4000" dirty="0" smtClean="0"/>
              <a:t> </a:t>
            </a:r>
            <a:r>
              <a:rPr lang="en-US" sz="4000" dirty="0" err="1" smtClean="0"/>
              <a:t>alasan</a:t>
            </a:r>
            <a:r>
              <a:rPr lang="en-US" sz="4000" dirty="0" smtClean="0"/>
              <a:t> </a:t>
            </a:r>
            <a:r>
              <a:rPr lang="en-US" sz="4000" dirty="0" err="1" smtClean="0"/>
              <a:t>mengapa</a:t>
            </a:r>
            <a:r>
              <a:rPr lang="en-US" sz="4000" dirty="0" smtClean="0"/>
              <a:t> </a:t>
            </a:r>
            <a:r>
              <a:rPr lang="en-US" sz="4000" i="1" dirty="0" smtClean="0"/>
              <a:t>call center</a:t>
            </a:r>
            <a:r>
              <a:rPr lang="en-US" sz="4000" dirty="0" smtClean="0"/>
              <a:t> </a:t>
            </a:r>
            <a:r>
              <a:rPr lang="en-US" sz="4000" dirty="0" err="1" smtClean="0"/>
              <a:t>dibutuhkan</a:t>
            </a:r>
            <a:r>
              <a:rPr lang="en-US" sz="4000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3716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err="1"/>
              <a:t>memberikan</a:t>
            </a:r>
            <a:r>
              <a:rPr lang="en-US" sz="3200" b="1" dirty="0"/>
              <a:t> </a:t>
            </a:r>
            <a:r>
              <a:rPr lang="en-US" sz="3200" b="1" dirty="0" err="1"/>
              <a:t>pengalaman</a:t>
            </a:r>
            <a:r>
              <a:rPr lang="en-US" sz="3200" b="1" dirty="0"/>
              <a:t> </a:t>
            </a:r>
            <a:r>
              <a:rPr lang="en-US" sz="3200" b="1" dirty="0" err="1"/>
              <a:t>bagi</a:t>
            </a:r>
            <a:r>
              <a:rPr lang="en-US" sz="3200" b="1" dirty="0"/>
              <a:t> </a:t>
            </a:r>
            <a:r>
              <a:rPr lang="en-US" sz="3200" b="1" dirty="0" err="1"/>
              <a:t>pelanggan</a:t>
            </a:r>
            <a:r>
              <a:rPr lang="en-US" sz="3200" b="1" dirty="0"/>
              <a:t> 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229600" cy="50292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 smtClean="0"/>
              <a:t>Spec </a:t>
            </a:r>
            <a:r>
              <a:rPr lang="en-US" sz="3600" b="1" dirty="0"/>
              <a:t>Non </a:t>
            </a:r>
            <a:r>
              <a:rPr lang="en-US" sz="3600" b="1" dirty="0" smtClean="0"/>
              <a:t>Verbal</a:t>
            </a:r>
          </a:p>
          <a:p>
            <a:r>
              <a:rPr lang="en-US" sz="3200" b="1" dirty="0" err="1" smtClean="0"/>
              <a:t>Kualitas</a:t>
            </a:r>
            <a:r>
              <a:rPr lang="en-US" sz="3200" b="1" dirty="0" smtClean="0"/>
              <a:t> </a:t>
            </a:r>
            <a:r>
              <a:rPr lang="en-US" sz="3200" b="1" dirty="0" err="1"/>
              <a:t>suara</a:t>
            </a:r>
            <a:r>
              <a:rPr lang="en-US" sz="3200" b="1" dirty="0"/>
              <a:t> </a:t>
            </a:r>
            <a:r>
              <a:rPr lang="en-US" sz="3200" dirty="0"/>
              <a:t>: </a:t>
            </a:r>
            <a:r>
              <a:rPr lang="en-US" sz="3200" dirty="0" err="1"/>
              <a:t>jernih</a:t>
            </a:r>
            <a:r>
              <a:rPr lang="en-US" sz="3200" dirty="0"/>
              <a:t>, </a:t>
            </a:r>
            <a:r>
              <a:rPr lang="en-US" sz="3200" dirty="0" err="1"/>
              <a:t>jelas</a:t>
            </a:r>
            <a:r>
              <a:rPr lang="en-US" sz="3200" dirty="0"/>
              <a:t>,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memiliki</a:t>
            </a:r>
            <a:r>
              <a:rPr lang="en-US" sz="3200" dirty="0"/>
              <a:t> </a:t>
            </a:r>
            <a:r>
              <a:rPr lang="en-US" sz="3200" dirty="0" err="1"/>
              <a:t>logat</a:t>
            </a:r>
            <a:r>
              <a:rPr lang="en-US" sz="3200" dirty="0"/>
              <a:t>,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medok</a:t>
            </a:r>
            <a:r>
              <a:rPr lang="en-US" sz="3200" dirty="0"/>
              <a:t>,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cadel</a:t>
            </a:r>
            <a:r>
              <a:rPr lang="en-US" sz="3200" dirty="0"/>
              <a:t>,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sengau</a:t>
            </a:r>
            <a:r>
              <a:rPr lang="en-US" sz="3200" dirty="0"/>
              <a:t> </a:t>
            </a:r>
            <a:r>
              <a:rPr lang="en-US" sz="3200" dirty="0" err="1"/>
              <a:t>dan</a:t>
            </a:r>
            <a:r>
              <a:rPr lang="en-US" sz="3200" dirty="0"/>
              <a:t>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gagap</a:t>
            </a:r>
            <a:r>
              <a:rPr lang="en-US" sz="3200" dirty="0"/>
              <a:t>.</a:t>
            </a:r>
          </a:p>
          <a:p>
            <a:r>
              <a:rPr lang="en-US" sz="3200" b="1" dirty="0" err="1"/>
              <a:t>Intonasi</a:t>
            </a:r>
            <a:r>
              <a:rPr lang="en-US" sz="3200" b="1" dirty="0"/>
              <a:t> </a:t>
            </a:r>
            <a:r>
              <a:rPr lang="en-US" sz="3200" b="1" dirty="0" err="1"/>
              <a:t>suara</a:t>
            </a:r>
            <a:r>
              <a:rPr lang="en-US" sz="3200" dirty="0"/>
              <a:t>: </a:t>
            </a:r>
            <a:r>
              <a:rPr lang="en-US" sz="3200" dirty="0" err="1"/>
              <a:t>artikulasi</a:t>
            </a:r>
            <a:r>
              <a:rPr lang="en-US" sz="3200" dirty="0"/>
              <a:t> </a:t>
            </a:r>
            <a:r>
              <a:rPr lang="en-US" sz="3200" dirty="0" err="1"/>
              <a:t>jelas</a:t>
            </a:r>
            <a:r>
              <a:rPr lang="en-US" sz="3200" dirty="0"/>
              <a:t>, phrase, pitch </a:t>
            </a:r>
            <a:r>
              <a:rPr lang="en-US" sz="3200" dirty="0" err="1"/>
              <a:t>dan</a:t>
            </a:r>
            <a:r>
              <a:rPr lang="en-US" sz="3200" dirty="0"/>
              <a:t> </a:t>
            </a:r>
            <a:r>
              <a:rPr lang="en-US" sz="3200" dirty="0" err="1"/>
              <a:t>tekanan</a:t>
            </a:r>
            <a:r>
              <a:rPr lang="en-US" sz="3200" dirty="0"/>
              <a:t> </a:t>
            </a:r>
            <a:r>
              <a:rPr lang="en-US" sz="3200" dirty="0" err="1"/>
              <a:t>penurunan</a:t>
            </a:r>
            <a:r>
              <a:rPr lang="en-US" sz="3200" dirty="0"/>
              <a:t> </a:t>
            </a:r>
            <a:r>
              <a:rPr lang="en-US" sz="3200" dirty="0" err="1"/>
              <a:t>pada</a:t>
            </a:r>
            <a:r>
              <a:rPr lang="en-US" sz="3200" dirty="0"/>
              <a:t> </a:t>
            </a:r>
            <a:r>
              <a:rPr lang="en-US" sz="3200" dirty="0" err="1"/>
              <a:t>jeda</a:t>
            </a:r>
            <a:r>
              <a:rPr lang="en-US" sz="3200" dirty="0"/>
              <a:t>.</a:t>
            </a:r>
          </a:p>
          <a:p>
            <a:r>
              <a:rPr lang="en-US" sz="3200" b="1" dirty="0"/>
              <a:t>Tempo/</a:t>
            </a:r>
            <a:r>
              <a:rPr lang="en-US" sz="3200" b="1" dirty="0" err="1"/>
              <a:t>kecepatan</a:t>
            </a:r>
            <a:r>
              <a:rPr lang="en-US" sz="3200" b="1" dirty="0"/>
              <a:t> </a:t>
            </a:r>
            <a:r>
              <a:rPr lang="en-US" sz="3200" b="1" dirty="0" err="1"/>
              <a:t>bicara</a:t>
            </a:r>
            <a:r>
              <a:rPr lang="en-US" sz="3200" dirty="0"/>
              <a:t>: </a:t>
            </a:r>
            <a:r>
              <a:rPr lang="en-US" sz="3200" dirty="0" err="1"/>
              <a:t>dapat</a:t>
            </a:r>
            <a:r>
              <a:rPr lang="en-US" sz="3200" dirty="0"/>
              <a:t> </a:t>
            </a:r>
            <a:r>
              <a:rPr lang="en-US" sz="3200" dirty="0" err="1"/>
              <a:t>diatur</a:t>
            </a:r>
            <a:r>
              <a:rPr lang="en-US" sz="3200" dirty="0"/>
              <a:t>,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terlalu</a:t>
            </a:r>
            <a:r>
              <a:rPr lang="en-US" sz="3200" dirty="0"/>
              <a:t> </a:t>
            </a:r>
            <a:r>
              <a:rPr lang="en-US" sz="3200" dirty="0" err="1"/>
              <a:t>cepat</a:t>
            </a:r>
            <a:r>
              <a:rPr lang="en-US" sz="3200" dirty="0"/>
              <a:t> </a:t>
            </a:r>
            <a:r>
              <a:rPr lang="en-US" sz="3200" dirty="0" err="1"/>
              <a:t>dan</a:t>
            </a:r>
            <a:r>
              <a:rPr lang="en-US" sz="3200" dirty="0"/>
              <a:t> </a:t>
            </a:r>
            <a:r>
              <a:rPr lang="en-US" sz="3200" dirty="0" err="1"/>
              <a:t>lambat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</p:spPr>
        <p:txBody>
          <a:bodyPr/>
          <a:lstStyle/>
          <a:p>
            <a:r>
              <a:rPr lang="en-US" b="1" dirty="0" smtClean="0"/>
              <a:t>.</a:t>
            </a:r>
            <a:r>
              <a:rPr lang="en-US" b="1" dirty="0" err="1" smtClean="0"/>
              <a:t>Aspek</a:t>
            </a:r>
            <a:r>
              <a:rPr lang="en-US" b="1" dirty="0" smtClean="0"/>
              <a:t> Verbal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524000"/>
            <a:ext cx="8229600" cy="48006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2800" dirty="0" err="1" smtClean="0"/>
              <a:t>Ungkapan-ungkapan</a:t>
            </a:r>
            <a:r>
              <a:rPr lang="en-US" sz="2800" dirty="0" smtClean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gaya</a:t>
            </a:r>
            <a:r>
              <a:rPr lang="en-US" sz="2800" dirty="0"/>
              <a:t> </a:t>
            </a:r>
            <a:r>
              <a:rPr lang="en-US" sz="2800" dirty="0" err="1"/>
              <a:t>bahasa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penyambutan</a:t>
            </a:r>
            <a:r>
              <a:rPr lang="en-US" sz="2800" dirty="0"/>
              <a:t>/greeting, </a:t>
            </a:r>
            <a:r>
              <a:rPr lang="en-US" sz="2800" dirty="0" err="1"/>
              <a:t>mengajukan</a:t>
            </a:r>
            <a:r>
              <a:rPr lang="en-US" sz="2800" dirty="0"/>
              <a:t> </a:t>
            </a:r>
            <a:r>
              <a:rPr lang="en-US" sz="2800" dirty="0" err="1"/>
              <a:t>pertanyaan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menjawab</a:t>
            </a:r>
            <a:r>
              <a:rPr lang="en-US" sz="2800" dirty="0"/>
              <a:t> </a:t>
            </a:r>
            <a:r>
              <a:rPr lang="en-US" sz="2800" dirty="0" err="1"/>
              <a:t>pertanyaan</a:t>
            </a:r>
            <a:r>
              <a:rPr lang="en-US" sz="2800" dirty="0"/>
              <a:t>.</a:t>
            </a:r>
          </a:p>
          <a:p>
            <a:r>
              <a:rPr lang="en-US" sz="2800" dirty="0"/>
              <a:t>Tata </a:t>
            </a:r>
            <a:r>
              <a:rPr lang="en-US" sz="2800" dirty="0" err="1"/>
              <a:t>bahasa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penggunaan</a:t>
            </a:r>
            <a:r>
              <a:rPr lang="en-US" sz="2800" dirty="0"/>
              <a:t> </a:t>
            </a:r>
            <a:r>
              <a:rPr lang="en-US" sz="2800" dirty="0" err="1"/>
              <a:t>kata</a:t>
            </a:r>
            <a:r>
              <a:rPr lang="en-US" sz="2800" dirty="0"/>
              <a:t> </a:t>
            </a:r>
            <a:r>
              <a:rPr lang="en-US" sz="2800" dirty="0" err="1"/>
              <a:t>baku</a:t>
            </a:r>
            <a:r>
              <a:rPr lang="en-US" sz="2800" dirty="0"/>
              <a:t> yang </a:t>
            </a:r>
            <a:r>
              <a:rPr lang="en-US" sz="2800" dirty="0" err="1"/>
              <a:t>digunakan</a:t>
            </a:r>
            <a:r>
              <a:rPr lang="en-US" sz="2800" dirty="0"/>
              <a:t> </a:t>
            </a:r>
            <a:r>
              <a:rPr lang="en-US" sz="2800" dirty="0" err="1"/>
              <a:t>selama</a:t>
            </a:r>
            <a:r>
              <a:rPr lang="en-US" sz="2800" dirty="0"/>
              <a:t> </a:t>
            </a:r>
            <a:r>
              <a:rPr lang="en-US" sz="2800" dirty="0" err="1"/>
              <a:t>proses</a:t>
            </a:r>
            <a:r>
              <a:rPr lang="en-US" sz="2800" dirty="0"/>
              <a:t> </a:t>
            </a:r>
            <a:r>
              <a:rPr lang="en-US" sz="2800" dirty="0" err="1"/>
              <a:t>komunikasi</a:t>
            </a:r>
            <a:r>
              <a:rPr lang="en-US" sz="2800" dirty="0"/>
              <a:t> </a:t>
            </a:r>
            <a:r>
              <a:rPr lang="en-US" sz="2800" dirty="0" err="1"/>
              <a:t>berlangsung</a:t>
            </a:r>
            <a:r>
              <a:rPr lang="en-US" sz="2800" dirty="0"/>
              <a:t>.</a:t>
            </a:r>
          </a:p>
          <a:p>
            <a:r>
              <a:rPr lang="en-US" sz="2800" dirty="0" err="1"/>
              <a:t>Struktur</a:t>
            </a:r>
            <a:r>
              <a:rPr lang="en-US" sz="2800" dirty="0"/>
              <a:t> </a:t>
            </a:r>
            <a:r>
              <a:rPr lang="en-US" sz="2800" dirty="0" err="1"/>
              <a:t>bahasa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kata</a:t>
            </a:r>
            <a:r>
              <a:rPr lang="en-US" sz="2800" dirty="0"/>
              <a:t> yang </a:t>
            </a:r>
            <a:r>
              <a:rPr lang="en-US" sz="2800" dirty="0" err="1"/>
              <a:t>disampaikan</a:t>
            </a:r>
            <a:r>
              <a:rPr lang="en-US" sz="2800" dirty="0"/>
              <a:t> </a:t>
            </a:r>
            <a:r>
              <a:rPr lang="en-US" sz="2800" dirty="0" err="1"/>
              <a:t>sesuai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cirri </a:t>
            </a:r>
            <a:r>
              <a:rPr lang="en-US" sz="2800" dirty="0" err="1"/>
              <a:t>khas</a:t>
            </a:r>
            <a:r>
              <a:rPr lang="en-US" sz="2800" dirty="0"/>
              <a:t> </a:t>
            </a:r>
            <a:r>
              <a:rPr lang="en-US" sz="2800" dirty="0" err="1"/>
              <a:t>prosedur</a:t>
            </a:r>
            <a:r>
              <a:rPr lang="en-US" sz="2800" dirty="0"/>
              <a:t> </a:t>
            </a:r>
            <a:r>
              <a:rPr lang="en-US" sz="2800" dirty="0" err="1"/>
              <a:t>pesan-pesan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informasi</a:t>
            </a:r>
            <a:r>
              <a:rPr lang="en-US" sz="2800" dirty="0"/>
              <a:t> </a:t>
            </a:r>
            <a:r>
              <a:rPr lang="en-US" sz="2800" dirty="0" err="1"/>
              <a:t>perusahaan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 err="1" smtClean="0"/>
              <a:t>Layanan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Konsumen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Keseharian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Melalui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Telepon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7924800" cy="533095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3600" dirty="0" err="1" smtClean="0"/>
              <a:t>Pastikan</a:t>
            </a:r>
            <a:r>
              <a:rPr lang="en-US" sz="3600" dirty="0" smtClean="0"/>
              <a:t> </a:t>
            </a:r>
            <a:r>
              <a:rPr lang="en-US" sz="3600" dirty="0" err="1" smtClean="0"/>
              <a:t>mesin</a:t>
            </a:r>
            <a:r>
              <a:rPr lang="en-US" sz="3600" dirty="0" smtClean="0"/>
              <a:t> </a:t>
            </a:r>
            <a:r>
              <a:rPr lang="en-US" sz="3600" dirty="0" err="1" smtClean="0"/>
              <a:t>penjawab</a:t>
            </a:r>
            <a:r>
              <a:rPr lang="en-US" sz="3600" dirty="0" smtClean="0"/>
              <a:t> </a:t>
            </a:r>
            <a:r>
              <a:rPr lang="en-US" sz="3600" dirty="0" err="1" smtClean="0"/>
              <a:t>otomatis</a:t>
            </a:r>
            <a:r>
              <a:rPr lang="en-US" sz="3600" dirty="0" smtClean="0"/>
              <a:t> </a:t>
            </a:r>
            <a:r>
              <a:rPr lang="en-US" sz="3600" dirty="0" err="1" smtClean="0"/>
              <a:t>anda</a:t>
            </a:r>
            <a:r>
              <a:rPr lang="en-US" sz="3600" dirty="0" smtClean="0"/>
              <a:t> </a:t>
            </a:r>
            <a:r>
              <a:rPr lang="en-US" sz="3600" dirty="0" err="1" smtClean="0"/>
              <a:t>mudah</a:t>
            </a:r>
            <a:r>
              <a:rPr lang="en-US" sz="3600" dirty="0" smtClean="0"/>
              <a:t> </a:t>
            </a:r>
            <a:r>
              <a:rPr lang="en-US" sz="3600" dirty="0" err="1" smtClean="0"/>
              <a:t>digunakan</a:t>
            </a:r>
            <a:endParaRPr lang="en-US" sz="3600" dirty="0" smtClean="0"/>
          </a:p>
          <a:p>
            <a:r>
              <a:rPr lang="en-US" sz="3600" dirty="0" err="1" smtClean="0"/>
              <a:t>Jawablah</a:t>
            </a:r>
            <a:r>
              <a:rPr lang="en-US" sz="3600" dirty="0" smtClean="0"/>
              <a:t> </a:t>
            </a:r>
            <a:r>
              <a:rPr lang="en-US" sz="3600" dirty="0" err="1" smtClean="0"/>
              <a:t>telepon</a:t>
            </a:r>
            <a:r>
              <a:rPr lang="en-US" sz="3600" dirty="0" smtClean="0"/>
              <a:t> </a:t>
            </a:r>
            <a:r>
              <a:rPr lang="en-US" sz="3600" dirty="0" err="1" smtClean="0"/>
              <a:t>dengan</a:t>
            </a:r>
            <a:r>
              <a:rPr lang="en-US" sz="3600" dirty="0" smtClean="0"/>
              <a:t> </a:t>
            </a:r>
            <a:r>
              <a:rPr lang="en-US" sz="3600" dirty="0" err="1" smtClean="0"/>
              <a:t>sikap</a:t>
            </a:r>
            <a:r>
              <a:rPr lang="en-US" sz="3600" dirty="0" smtClean="0"/>
              <a:t> </a:t>
            </a:r>
            <a:r>
              <a:rPr lang="en-US" sz="3600" dirty="0" err="1" smtClean="0"/>
              <a:t>positif</a:t>
            </a:r>
            <a:endParaRPr lang="en-US" sz="3600" dirty="0" smtClean="0"/>
          </a:p>
          <a:p>
            <a:r>
              <a:rPr lang="en-US" sz="3600" dirty="0" err="1" smtClean="0"/>
              <a:t>Berikan</a:t>
            </a:r>
            <a:r>
              <a:rPr lang="en-US" sz="3600" dirty="0" smtClean="0"/>
              <a:t> </a:t>
            </a:r>
            <a:r>
              <a:rPr lang="en-US" sz="3600" dirty="0" err="1" smtClean="0"/>
              <a:t>salam</a:t>
            </a:r>
            <a:r>
              <a:rPr lang="en-US" sz="3600" dirty="0" smtClean="0"/>
              <a:t>, </a:t>
            </a:r>
            <a:r>
              <a:rPr lang="en-US" sz="3600" dirty="0" err="1" smtClean="0"/>
              <a:t>sebutkan</a:t>
            </a:r>
            <a:r>
              <a:rPr lang="en-US" sz="3600" dirty="0" smtClean="0"/>
              <a:t> </a:t>
            </a:r>
            <a:r>
              <a:rPr lang="en-US" sz="3600" dirty="0" err="1" smtClean="0"/>
              <a:t>nama</a:t>
            </a:r>
            <a:r>
              <a:rPr lang="en-US" sz="3600" dirty="0" smtClean="0"/>
              <a:t> </a:t>
            </a:r>
            <a:r>
              <a:rPr lang="en-US" sz="3600" dirty="0" err="1" smtClean="0"/>
              <a:t>perusahaan</a:t>
            </a:r>
            <a:r>
              <a:rPr lang="en-US" sz="3600" dirty="0" smtClean="0"/>
              <a:t>, </a:t>
            </a:r>
            <a:r>
              <a:rPr lang="en-US" sz="3600" dirty="0" err="1" smtClean="0"/>
              <a:t>sebutkan</a:t>
            </a:r>
            <a:r>
              <a:rPr lang="en-US" sz="3600" dirty="0" smtClean="0"/>
              <a:t> </a:t>
            </a:r>
            <a:r>
              <a:rPr lang="en-US" sz="3600" dirty="0" err="1" smtClean="0"/>
              <a:t>nama</a:t>
            </a:r>
            <a:r>
              <a:rPr lang="en-US" sz="3600" dirty="0" smtClean="0"/>
              <a:t> </a:t>
            </a:r>
            <a:r>
              <a:rPr lang="en-US" sz="3600" dirty="0" err="1" smtClean="0"/>
              <a:t>kita</a:t>
            </a:r>
            <a:r>
              <a:rPr lang="en-US" sz="3600" dirty="0" smtClean="0"/>
              <a:t>, </a:t>
            </a:r>
            <a:r>
              <a:rPr lang="en-US" sz="3600" dirty="0" err="1" smtClean="0"/>
              <a:t>bertanyalah</a:t>
            </a:r>
            <a:r>
              <a:rPr lang="en-US" sz="3600" dirty="0" smtClean="0"/>
              <a:t>, </a:t>
            </a:r>
            <a:r>
              <a:rPr lang="en-US" sz="3600" dirty="0" err="1" smtClean="0"/>
              <a:t>tawarkan</a:t>
            </a:r>
            <a:r>
              <a:rPr lang="en-US" sz="3600" dirty="0" smtClean="0"/>
              <a:t> </a:t>
            </a:r>
            <a:r>
              <a:rPr lang="en-US" sz="3600" dirty="0" err="1" smtClean="0"/>
              <a:t>bantuan</a:t>
            </a:r>
            <a:r>
              <a:rPr lang="en-US" sz="3600" dirty="0" smtClean="0"/>
              <a:t>, </a:t>
            </a:r>
            <a:r>
              <a:rPr lang="en-US" sz="3600" dirty="0" err="1" smtClean="0"/>
              <a:t>berikan</a:t>
            </a:r>
            <a:r>
              <a:rPr lang="en-US" sz="3600" dirty="0" smtClean="0"/>
              <a:t> </a:t>
            </a:r>
            <a:r>
              <a:rPr lang="en-US" sz="3600" dirty="0" err="1" smtClean="0"/>
              <a:t>jawaban</a:t>
            </a:r>
            <a:r>
              <a:rPr lang="en-US" sz="3600" dirty="0" smtClean="0"/>
              <a:t> yang </a:t>
            </a:r>
            <a:r>
              <a:rPr lang="en-US" sz="3600" dirty="0" err="1" smtClean="0"/>
              <a:t>berguna</a:t>
            </a:r>
            <a:endParaRPr lang="en-US" sz="3600" dirty="0" smtClean="0"/>
          </a:p>
          <a:p>
            <a:endParaRPr lang="en-US" sz="36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381000"/>
            <a:ext cx="7924800" cy="6092952"/>
          </a:xfrm>
          <a:solidFill>
            <a:schemeClr val="bg1">
              <a:lumMod val="95000"/>
            </a:schemeClr>
          </a:solidFill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r>
              <a:rPr lang="en-US" sz="3200" dirty="0" err="1" smtClean="0"/>
              <a:t>Ubahlah</a:t>
            </a:r>
            <a:r>
              <a:rPr lang="en-US" sz="3200" dirty="0" smtClean="0"/>
              <a:t> </a:t>
            </a:r>
            <a:r>
              <a:rPr lang="en-US" sz="3200" dirty="0" err="1" smtClean="0"/>
              <a:t>dan</a:t>
            </a:r>
            <a:r>
              <a:rPr lang="en-US" sz="3200" dirty="0" smtClean="0"/>
              <a:t> </a:t>
            </a:r>
            <a:r>
              <a:rPr lang="en-US" sz="3200" dirty="0" err="1" smtClean="0"/>
              <a:t>dengarkan</a:t>
            </a:r>
            <a:r>
              <a:rPr lang="en-US" sz="3200" dirty="0" smtClean="0"/>
              <a:t> </a:t>
            </a:r>
            <a:r>
              <a:rPr lang="en-US" sz="3200" dirty="0" err="1" smtClean="0"/>
              <a:t>rekaman</a:t>
            </a:r>
            <a:r>
              <a:rPr lang="en-US" sz="3200" dirty="0" smtClean="0"/>
              <a:t> </a:t>
            </a:r>
            <a:r>
              <a:rPr lang="en-US" sz="3200" dirty="0" err="1" smtClean="0"/>
              <a:t>pesan</a:t>
            </a:r>
            <a:r>
              <a:rPr lang="en-US" sz="3200" dirty="0" smtClean="0"/>
              <a:t> </a:t>
            </a:r>
            <a:r>
              <a:rPr lang="en-US" sz="3200" dirty="0" err="1" smtClean="0"/>
              <a:t>secepatnya</a:t>
            </a:r>
            <a:r>
              <a:rPr lang="en-US" sz="3200" dirty="0" smtClean="0"/>
              <a:t> (</a:t>
            </a:r>
            <a:r>
              <a:rPr lang="en-US" sz="3200" dirty="0" err="1" smtClean="0"/>
              <a:t>ketersediaan</a:t>
            </a:r>
            <a:r>
              <a:rPr lang="en-US" sz="3200" dirty="0" smtClean="0"/>
              <a:t> mailbox)</a:t>
            </a:r>
          </a:p>
          <a:p>
            <a:r>
              <a:rPr lang="en-US" sz="3200" dirty="0" err="1" smtClean="0"/>
              <a:t>Jagalah</a:t>
            </a:r>
            <a:r>
              <a:rPr lang="en-US" sz="3200" dirty="0" smtClean="0"/>
              <a:t> agar </a:t>
            </a:r>
            <a:r>
              <a:rPr lang="en-US" sz="3200" dirty="0" err="1" smtClean="0"/>
              <a:t>suara</a:t>
            </a:r>
            <a:r>
              <a:rPr lang="en-US" sz="3200" dirty="0" smtClean="0"/>
              <a:t> </a:t>
            </a:r>
            <a:r>
              <a:rPr lang="en-US" sz="3200" dirty="0" err="1" smtClean="0"/>
              <a:t>latar</a:t>
            </a:r>
            <a:r>
              <a:rPr lang="en-US" sz="3200" dirty="0" smtClean="0"/>
              <a:t> </a:t>
            </a:r>
            <a:r>
              <a:rPr lang="en-US" sz="3200" dirty="0" err="1" smtClean="0"/>
              <a:t>sekecil</a:t>
            </a:r>
            <a:r>
              <a:rPr lang="en-US" sz="3200" dirty="0" smtClean="0"/>
              <a:t> </a:t>
            </a:r>
            <a:r>
              <a:rPr lang="en-US" sz="3200" dirty="0" err="1" smtClean="0"/>
              <a:t>mungkin</a:t>
            </a:r>
            <a:endParaRPr lang="en-US" sz="3200" dirty="0" smtClean="0"/>
          </a:p>
          <a:p>
            <a:r>
              <a:rPr lang="en-US" sz="3200" dirty="0" err="1" smtClean="0"/>
              <a:t>Pastikan</a:t>
            </a:r>
            <a:r>
              <a:rPr lang="en-US" sz="3200" dirty="0" smtClean="0"/>
              <a:t> </a:t>
            </a:r>
            <a:r>
              <a:rPr lang="en-US" sz="3200" dirty="0" err="1" smtClean="0"/>
              <a:t>pesannya</a:t>
            </a:r>
            <a:r>
              <a:rPr lang="en-US" sz="3200" dirty="0" smtClean="0"/>
              <a:t> </a:t>
            </a:r>
            <a:r>
              <a:rPr lang="en-US" sz="3200" dirty="0" err="1" smtClean="0"/>
              <a:t>disampaikan</a:t>
            </a:r>
            <a:endParaRPr lang="en-US" sz="3200" dirty="0" smtClean="0"/>
          </a:p>
          <a:p>
            <a:r>
              <a:rPr lang="en-US" sz="3200" dirty="0" err="1" smtClean="0"/>
              <a:t>Usahakan</a:t>
            </a:r>
            <a:r>
              <a:rPr lang="en-US" sz="3200" dirty="0" smtClean="0"/>
              <a:t> </a:t>
            </a:r>
            <a:r>
              <a:rPr lang="en-US" sz="3200" dirty="0" err="1" smtClean="0"/>
              <a:t>penelepon</a:t>
            </a:r>
            <a:r>
              <a:rPr lang="en-US" sz="3200" dirty="0" smtClean="0"/>
              <a:t> </a:t>
            </a:r>
            <a:r>
              <a:rPr lang="en-US" sz="3200" dirty="0" err="1" smtClean="0"/>
              <a:t>tidak</a:t>
            </a:r>
            <a:r>
              <a:rPr lang="en-US" sz="3200" dirty="0" smtClean="0"/>
              <a:t> </a:t>
            </a:r>
            <a:r>
              <a:rPr lang="en-US" sz="3200" dirty="0" err="1" smtClean="0"/>
              <a:t>mengulang</a:t>
            </a:r>
            <a:endParaRPr lang="en-US" sz="3200" dirty="0" smtClean="0"/>
          </a:p>
          <a:p>
            <a:r>
              <a:rPr lang="en-US" sz="3200" dirty="0" err="1" smtClean="0"/>
              <a:t>Siapkan</a:t>
            </a:r>
            <a:r>
              <a:rPr lang="en-US" sz="3200" dirty="0" smtClean="0"/>
              <a:t> </a:t>
            </a:r>
            <a:r>
              <a:rPr lang="en-US" sz="3200" dirty="0" err="1" smtClean="0"/>
              <a:t>selalu</a:t>
            </a:r>
            <a:r>
              <a:rPr lang="en-US" sz="3200" dirty="0" smtClean="0"/>
              <a:t> </a:t>
            </a:r>
            <a:r>
              <a:rPr lang="en-US" sz="3200" dirty="0" err="1" smtClean="0"/>
              <a:t>bolpoint</a:t>
            </a:r>
            <a:r>
              <a:rPr lang="en-US" sz="3200" dirty="0" smtClean="0"/>
              <a:t> </a:t>
            </a:r>
            <a:r>
              <a:rPr lang="en-US" sz="3200" dirty="0" err="1" smtClean="0"/>
              <a:t>dan</a:t>
            </a:r>
            <a:r>
              <a:rPr lang="en-US" sz="3200" dirty="0" smtClean="0"/>
              <a:t> </a:t>
            </a:r>
            <a:r>
              <a:rPr lang="en-US" sz="3200" dirty="0" err="1" smtClean="0"/>
              <a:t>kertas</a:t>
            </a:r>
            <a:r>
              <a:rPr lang="en-US" sz="3200" dirty="0" smtClean="0"/>
              <a:t> </a:t>
            </a:r>
            <a:r>
              <a:rPr lang="en-US" sz="3200" dirty="0" err="1" smtClean="0"/>
              <a:t>di</a:t>
            </a:r>
            <a:r>
              <a:rPr lang="en-US" sz="3200" dirty="0" smtClean="0"/>
              <a:t> </a:t>
            </a:r>
            <a:r>
              <a:rPr lang="en-US" sz="3200" dirty="0" err="1" smtClean="0"/>
              <a:t>samping</a:t>
            </a:r>
            <a:r>
              <a:rPr lang="en-US" sz="3200" dirty="0" smtClean="0"/>
              <a:t> </a:t>
            </a:r>
            <a:r>
              <a:rPr lang="en-US" sz="3200" dirty="0" err="1" smtClean="0"/>
              <a:t>telepon</a:t>
            </a:r>
            <a:endParaRPr lang="en-US" sz="3200" dirty="0" smtClean="0"/>
          </a:p>
          <a:p>
            <a:r>
              <a:rPr lang="en-US" sz="3200" dirty="0" err="1" smtClean="0"/>
              <a:t>Ucapkan</a:t>
            </a:r>
            <a:r>
              <a:rPr lang="en-US" sz="3200" dirty="0" smtClean="0"/>
              <a:t> </a:t>
            </a:r>
            <a:r>
              <a:rPr lang="en-US" sz="3200" dirty="0" err="1" smtClean="0"/>
              <a:t>terima</a:t>
            </a:r>
            <a:r>
              <a:rPr lang="en-US" sz="3200" dirty="0" smtClean="0"/>
              <a:t> </a:t>
            </a:r>
            <a:r>
              <a:rPr lang="en-US" sz="3200" dirty="0" err="1" smtClean="0"/>
              <a:t>kasih</a:t>
            </a:r>
            <a:r>
              <a:rPr lang="en-US" sz="3200" dirty="0" smtClean="0"/>
              <a:t> </a:t>
            </a:r>
            <a:r>
              <a:rPr lang="en-US" sz="3200" dirty="0" err="1" smtClean="0"/>
              <a:t>dan</a:t>
            </a:r>
            <a:r>
              <a:rPr lang="en-US" sz="3200" dirty="0" smtClean="0"/>
              <a:t> </a:t>
            </a:r>
            <a:r>
              <a:rPr lang="en-US" sz="3200" dirty="0" err="1" smtClean="0"/>
              <a:t>salam</a:t>
            </a:r>
            <a:r>
              <a:rPr lang="en-US" sz="3200" dirty="0" smtClean="0"/>
              <a:t> </a:t>
            </a:r>
            <a:r>
              <a:rPr lang="en-US" sz="3200" dirty="0" err="1" smtClean="0"/>
              <a:t>penutup</a:t>
            </a:r>
            <a:endParaRPr lang="en-US" sz="3200" dirty="0" smtClean="0"/>
          </a:p>
          <a:p>
            <a:endParaRPr lang="en-US" sz="3200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	</a:t>
            </a:r>
            <a:r>
              <a:rPr lang="en-US" dirty="0" err="1"/>
              <a:t>Layanan</a:t>
            </a:r>
            <a:r>
              <a:rPr lang="en-US" dirty="0"/>
              <a:t> Prima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Mengorganisir</a:t>
            </a:r>
            <a:r>
              <a:rPr lang="en-US" dirty="0"/>
              <a:t> </a:t>
            </a:r>
            <a:r>
              <a:rPr lang="en-US" dirty="0" err="1"/>
              <a:t>Komplain</a:t>
            </a:r>
            <a:r>
              <a:rPr lang="en-US" dirty="0"/>
              <a:t> Via </a:t>
            </a:r>
            <a:r>
              <a:rPr lang="en-US" dirty="0" err="1"/>
              <a:t>Tatap</a:t>
            </a:r>
            <a:r>
              <a:rPr lang="en-US" dirty="0"/>
              <a:t> </a:t>
            </a:r>
            <a:r>
              <a:rPr lang="en-US" dirty="0" err="1"/>
              <a:t>Muka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153400" cy="525475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buNone/>
            </a:pPr>
            <a:r>
              <a:rPr lang="en-US" sz="3200" dirty="0" err="1"/>
              <a:t>Empat</a:t>
            </a:r>
            <a:r>
              <a:rPr lang="en-US" sz="3200" dirty="0"/>
              <a:t> </a:t>
            </a:r>
            <a:r>
              <a:rPr lang="en-US" sz="3200" dirty="0" err="1"/>
              <a:t>prinsip</a:t>
            </a:r>
            <a:r>
              <a:rPr lang="en-US" sz="3200" dirty="0"/>
              <a:t> </a:t>
            </a:r>
            <a:r>
              <a:rPr lang="en-US" sz="3200" dirty="0" err="1"/>
              <a:t>langkah</a:t>
            </a:r>
            <a:r>
              <a:rPr lang="en-US" sz="3200" dirty="0"/>
              <a:t> </a:t>
            </a:r>
            <a:r>
              <a:rPr lang="en-US" sz="3200" dirty="0" err="1"/>
              <a:t>dalam</a:t>
            </a:r>
            <a:r>
              <a:rPr lang="en-US" sz="3200" dirty="0"/>
              <a:t> </a:t>
            </a:r>
            <a:r>
              <a:rPr lang="en-US" sz="3200" dirty="0" err="1"/>
              <a:t>pelayanan</a:t>
            </a:r>
            <a:r>
              <a:rPr lang="en-US" sz="3200" dirty="0"/>
              <a:t> prima </a:t>
            </a:r>
            <a:r>
              <a:rPr lang="en-US" sz="3200" dirty="0" err="1"/>
              <a:t>bertatap</a:t>
            </a:r>
            <a:r>
              <a:rPr lang="en-US" sz="3200" dirty="0"/>
              <a:t> </a:t>
            </a:r>
            <a:r>
              <a:rPr lang="en-US" sz="3200" dirty="0" err="1"/>
              <a:t>muka</a:t>
            </a:r>
            <a:endParaRPr lang="en-US" sz="3200" dirty="0"/>
          </a:p>
          <a:p>
            <a:r>
              <a:rPr lang="en-US" sz="3200" dirty="0" err="1" smtClean="0"/>
              <a:t>Langkah</a:t>
            </a:r>
            <a:r>
              <a:rPr lang="en-US" sz="3200" dirty="0" smtClean="0"/>
              <a:t> 1 </a:t>
            </a:r>
            <a:r>
              <a:rPr lang="en-US" sz="3200" dirty="0"/>
              <a:t>: </a:t>
            </a:r>
            <a:r>
              <a:rPr lang="en-US" sz="3200" dirty="0" err="1"/>
              <a:t>sampaikan</a:t>
            </a:r>
            <a:r>
              <a:rPr lang="en-US" sz="3200" dirty="0"/>
              <a:t> </a:t>
            </a:r>
            <a:r>
              <a:rPr lang="en-US" sz="3200" dirty="0" err="1"/>
              <a:t>sikap</a:t>
            </a:r>
            <a:r>
              <a:rPr lang="en-US" sz="3200" dirty="0"/>
              <a:t> </a:t>
            </a:r>
            <a:r>
              <a:rPr lang="en-US" sz="3200" dirty="0" err="1"/>
              <a:t>positif</a:t>
            </a:r>
            <a:endParaRPr lang="en-US" sz="3200" dirty="0"/>
          </a:p>
          <a:p>
            <a:r>
              <a:rPr lang="en-US" sz="3200" dirty="0" err="1" smtClean="0"/>
              <a:t>Langkah</a:t>
            </a:r>
            <a:r>
              <a:rPr lang="en-US" sz="3200" dirty="0" smtClean="0"/>
              <a:t> </a:t>
            </a:r>
            <a:r>
              <a:rPr lang="en-US" sz="3200" dirty="0"/>
              <a:t>2 : </a:t>
            </a:r>
            <a:r>
              <a:rPr lang="en-US" sz="3200" dirty="0" err="1"/>
              <a:t>kenalilah</a:t>
            </a:r>
            <a:r>
              <a:rPr lang="en-US" sz="3200" dirty="0"/>
              <a:t> </a:t>
            </a:r>
            <a:r>
              <a:rPr lang="en-US" sz="3200" dirty="0" err="1"/>
              <a:t>kebutuhan</a:t>
            </a:r>
            <a:r>
              <a:rPr lang="en-US" sz="3200" dirty="0"/>
              <a:t> </a:t>
            </a:r>
            <a:r>
              <a:rPr lang="en-US" sz="3200" dirty="0" err="1"/>
              <a:t>pelanggan</a:t>
            </a:r>
            <a:endParaRPr lang="en-US" sz="3200" dirty="0"/>
          </a:p>
          <a:p>
            <a:r>
              <a:rPr lang="en-US" sz="3200" dirty="0" err="1" smtClean="0"/>
              <a:t>Langkah</a:t>
            </a:r>
            <a:r>
              <a:rPr lang="en-US" sz="3200" dirty="0" smtClean="0"/>
              <a:t> </a:t>
            </a:r>
            <a:r>
              <a:rPr lang="en-US" sz="3200" dirty="0"/>
              <a:t>3 : </a:t>
            </a:r>
            <a:r>
              <a:rPr lang="en-US" sz="3200" dirty="0" err="1"/>
              <a:t>penuhilah</a:t>
            </a:r>
            <a:r>
              <a:rPr lang="en-US" sz="3200" dirty="0"/>
              <a:t> </a:t>
            </a:r>
            <a:r>
              <a:rPr lang="en-US" sz="3200" dirty="0" err="1"/>
              <a:t>kebutuhan</a:t>
            </a:r>
            <a:r>
              <a:rPr lang="en-US" sz="3200" dirty="0"/>
              <a:t> </a:t>
            </a:r>
            <a:r>
              <a:rPr lang="en-US" sz="3200" dirty="0" err="1"/>
              <a:t>pelanggan</a:t>
            </a:r>
            <a:r>
              <a:rPr lang="en-US" sz="3200" dirty="0"/>
              <a:t> </a:t>
            </a:r>
            <a:r>
              <a:rPr lang="en-US" sz="3200" dirty="0" err="1"/>
              <a:t>anda</a:t>
            </a:r>
            <a:endParaRPr lang="en-US" sz="3200" dirty="0"/>
          </a:p>
          <a:p>
            <a:pPr>
              <a:buNone/>
            </a:pPr>
            <a:r>
              <a:rPr lang="en-US" sz="3200" dirty="0"/>
              <a:t>	</a:t>
            </a:r>
            <a:r>
              <a:rPr lang="en-US" sz="3200" dirty="0" err="1"/>
              <a:t>Langkah</a:t>
            </a:r>
            <a:r>
              <a:rPr lang="en-US" sz="3200" dirty="0"/>
              <a:t> 4 : </a:t>
            </a:r>
            <a:r>
              <a:rPr lang="en-US" sz="3200" dirty="0" err="1"/>
              <a:t>pastikan</a:t>
            </a:r>
            <a:r>
              <a:rPr lang="en-US" sz="3200" dirty="0"/>
              <a:t> </a:t>
            </a:r>
            <a:r>
              <a:rPr lang="en-US" sz="3200" dirty="0" err="1"/>
              <a:t>pelanggan</a:t>
            </a:r>
            <a:r>
              <a:rPr lang="en-US" sz="3200" dirty="0"/>
              <a:t> </a:t>
            </a:r>
            <a:r>
              <a:rPr lang="en-US" sz="3200" dirty="0" err="1"/>
              <a:t>anda</a:t>
            </a:r>
            <a:r>
              <a:rPr lang="en-US" sz="3200" dirty="0"/>
              <a:t> </a:t>
            </a:r>
            <a:r>
              <a:rPr lang="en-US" sz="3200" dirty="0" err="1"/>
              <a:t>kembali</a:t>
            </a:r>
            <a:r>
              <a:rPr lang="en-US" sz="3200" dirty="0"/>
              <a:t> </a:t>
            </a:r>
            <a:r>
              <a:rPr lang="en-US" sz="3200" dirty="0" err="1"/>
              <a:t>lagi</a:t>
            </a:r>
            <a:endParaRPr lang="en-US" sz="3200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Hal-</a:t>
            </a:r>
            <a:r>
              <a:rPr lang="en-US" dirty="0" err="1" smtClean="0"/>
              <a:t>hal</a:t>
            </a:r>
            <a:r>
              <a:rPr lang="en-US" dirty="0" smtClean="0"/>
              <a:t> yang </a:t>
            </a:r>
            <a:r>
              <a:rPr lang="en-US" dirty="0" err="1" smtClean="0"/>
              <a:t>harus</a:t>
            </a:r>
            <a:r>
              <a:rPr lang="en-US" dirty="0" smtClean="0"/>
              <a:t> </a:t>
            </a:r>
            <a:r>
              <a:rPr lang="en-US" dirty="0" err="1" smtClean="0"/>
              <a:t>dihindari</a:t>
            </a:r>
            <a:r>
              <a:rPr lang="en-US" dirty="0" smtClean="0"/>
              <a:t> </a:t>
            </a:r>
            <a:r>
              <a:rPr lang="en-US" dirty="0" err="1" smtClean="0"/>
              <a:t>ketika</a:t>
            </a:r>
            <a:r>
              <a:rPr lang="en-US" dirty="0" smtClean="0"/>
              <a:t> </a:t>
            </a:r>
            <a:r>
              <a:rPr lang="en-US" dirty="0" err="1" smtClean="0"/>
              <a:t>berbicara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7924800" cy="5330952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>
            <a:normAutofit/>
          </a:bodyPr>
          <a:lstStyle/>
          <a:p>
            <a:r>
              <a:rPr lang="en-US" sz="2800" dirty="0" err="1" smtClean="0"/>
              <a:t>Mengunakan</a:t>
            </a:r>
            <a:r>
              <a:rPr lang="en-US" sz="2800" dirty="0" smtClean="0"/>
              <a:t> </a:t>
            </a:r>
            <a:r>
              <a:rPr lang="en-US" sz="2800" dirty="0" err="1"/>
              <a:t>istilah</a:t>
            </a:r>
            <a:r>
              <a:rPr lang="en-US" sz="2800" dirty="0"/>
              <a:t> </a:t>
            </a:r>
            <a:r>
              <a:rPr lang="en-US" sz="2800" dirty="0" err="1"/>
              <a:t>edukatif</a:t>
            </a:r>
            <a:r>
              <a:rPr lang="en-US" sz="2800" dirty="0"/>
              <a:t> yang </a:t>
            </a:r>
            <a:r>
              <a:rPr lang="en-US" sz="2800" dirty="0" err="1"/>
              <a:t>sangat</a:t>
            </a:r>
            <a:r>
              <a:rPr lang="en-US" sz="2800" dirty="0"/>
              <a:t> </a:t>
            </a:r>
            <a:r>
              <a:rPr lang="en-US" sz="2800" dirty="0" err="1"/>
              <a:t>teknis</a:t>
            </a:r>
            <a:endParaRPr lang="en-US" sz="2800" dirty="0"/>
          </a:p>
          <a:p>
            <a:r>
              <a:rPr lang="en-US" sz="2800" dirty="0" err="1"/>
              <a:t>Berbelit-belit</a:t>
            </a:r>
            <a:endParaRPr lang="en-US" sz="2800" dirty="0"/>
          </a:p>
          <a:p>
            <a:r>
              <a:rPr lang="en-US" sz="2800" dirty="0" err="1"/>
              <a:t>Sambil</a:t>
            </a:r>
            <a:r>
              <a:rPr lang="en-US" sz="2800" dirty="0"/>
              <a:t> </a:t>
            </a:r>
            <a:r>
              <a:rPr lang="en-US" sz="2800" dirty="0" err="1"/>
              <a:t>mengunyah</a:t>
            </a:r>
            <a:r>
              <a:rPr lang="en-US" sz="2800" dirty="0"/>
              <a:t> </a:t>
            </a:r>
            <a:r>
              <a:rPr lang="en-US" sz="2800" dirty="0" err="1"/>
              <a:t>makanan</a:t>
            </a:r>
            <a:endParaRPr lang="en-US" sz="2800" dirty="0"/>
          </a:p>
          <a:p>
            <a:r>
              <a:rPr lang="en-US" sz="2800" dirty="0" err="1"/>
              <a:t>Pandangan</a:t>
            </a:r>
            <a:r>
              <a:rPr lang="en-US" sz="2800" dirty="0"/>
              <a:t> </a:t>
            </a:r>
            <a:r>
              <a:rPr lang="en-US" sz="2800" dirty="0" err="1"/>
              <a:t>mata</a:t>
            </a:r>
            <a:r>
              <a:rPr lang="en-US" sz="2800" dirty="0"/>
              <a:t> </a:t>
            </a:r>
            <a:r>
              <a:rPr lang="en-US" sz="2800" dirty="0" err="1"/>
              <a:t>menerawang</a:t>
            </a:r>
            <a:r>
              <a:rPr lang="en-US" sz="2800" dirty="0"/>
              <a:t>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berfokus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pendengar</a:t>
            </a:r>
            <a:endParaRPr lang="en-US" sz="2800" dirty="0"/>
          </a:p>
          <a:p>
            <a:r>
              <a:rPr lang="en-US" sz="2800" dirty="0" err="1"/>
              <a:t>Menggunakan</a:t>
            </a:r>
            <a:r>
              <a:rPr lang="en-US" sz="2800" dirty="0"/>
              <a:t> </a:t>
            </a:r>
            <a:r>
              <a:rPr lang="en-US" sz="2800" dirty="0" err="1"/>
              <a:t>istilah</a:t>
            </a:r>
            <a:r>
              <a:rPr lang="en-US" sz="2800" dirty="0"/>
              <a:t> </a:t>
            </a:r>
            <a:r>
              <a:rPr lang="en-US" sz="2800" dirty="0" err="1"/>
              <a:t>prokem</a:t>
            </a:r>
            <a:r>
              <a:rPr lang="en-US" sz="2800" dirty="0"/>
              <a:t>/</a:t>
            </a:r>
            <a:r>
              <a:rPr lang="en-US" sz="2800" dirty="0" err="1"/>
              <a:t>kata-kata</a:t>
            </a:r>
            <a:r>
              <a:rPr lang="en-US" sz="2800" dirty="0"/>
              <a:t> yang </a:t>
            </a:r>
            <a:r>
              <a:rPr lang="en-US" sz="2800" dirty="0" err="1"/>
              <a:t>kasar</a:t>
            </a:r>
            <a:endParaRPr lang="en-US" sz="2800" dirty="0"/>
          </a:p>
          <a:p>
            <a:r>
              <a:rPr lang="en-US" sz="2800" dirty="0" err="1"/>
              <a:t>Hilangkanlah</a:t>
            </a:r>
            <a:r>
              <a:rPr lang="en-US" sz="2800" dirty="0"/>
              <a:t> </a:t>
            </a:r>
            <a:r>
              <a:rPr lang="en-US" sz="2800" dirty="0" err="1"/>
              <a:t>kebiasaan</a:t>
            </a:r>
            <a:r>
              <a:rPr lang="en-US" sz="2800" dirty="0"/>
              <a:t> </a:t>
            </a:r>
            <a:r>
              <a:rPr lang="en-US" sz="2800" dirty="0" err="1"/>
              <a:t>latah</a:t>
            </a:r>
            <a:endParaRPr lang="en-US" sz="2800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Langkah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menghadapi</a:t>
            </a:r>
            <a:r>
              <a:rPr lang="en-US" dirty="0" smtClean="0"/>
              <a:t> </a:t>
            </a:r>
            <a:r>
              <a:rPr lang="en-US" dirty="0" err="1" smtClean="0"/>
              <a:t>kritik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i="1" dirty="0" smtClean="0"/>
              <a:t>customer </a:t>
            </a:r>
            <a:r>
              <a:rPr lang="en-US" dirty="0" err="1" smtClean="0"/>
              <a:t>adalah</a:t>
            </a:r>
            <a:r>
              <a:rPr lang="en-US" dirty="0" smtClean="0"/>
              <a:t>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48600" cy="487375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3200" dirty="0" err="1" smtClean="0"/>
              <a:t>Mencari</a:t>
            </a:r>
            <a:r>
              <a:rPr lang="en-US" sz="3200" dirty="0" smtClean="0"/>
              <a:t> </a:t>
            </a:r>
            <a:r>
              <a:rPr lang="en-US" sz="3200" dirty="0" err="1" smtClean="0"/>
              <a:t>informasi</a:t>
            </a:r>
            <a:r>
              <a:rPr lang="en-US" sz="3200" dirty="0" smtClean="0"/>
              <a:t> </a:t>
            </a:r>
            <a:r>
              <a:rPr lang="en-US" sz="3200" dirty="0" err="1" smtClean="0"/>
              <a:t>lebih</a:t>
            </a:r>
            <a:r>
              <a:rPr lang="en-US" sz="3200" dirty="0" smtClean="0"/>
              <a:t> </a:t>
            </a:r>
            <a:r>
              <a:rPr lang="en-US" sz="3200" dirty="0" err="1" smtClean="0"/>
              <a:t>banyak</a:t>
            </a:r>
            <a:endParaRPr lang="en-US" sz="3200" dirty="0" smtClean="0"/>
          </a:p>
          <a:p>
            <a:r>
              <a:rPr lang="en-US" sz="3200" dirty="0" err="1" smtClean="0"/>
              <a:t>Menyetujui</a:t>
            </a:r>
            <a:r>
              <a:rPr lang="en-US" sz="3200" dirty="0" smtClean="0"/>
              <a:t> </a:t>
            </a:r>
            <a:r>
              <a:rPr lang="en-US" sz="3200" dirty="0" err="1" smtClean="0"/>
              <a:t>isi</a:t>
            </a:r>
            <a:r>
              <a:rPr lang="en-US" sz="3200" dirty="0" smtClean="0"/>
              <a:t> </a:t>
            </a:r>
            <a:r>
              <a:rPr lang="en-US" sz="3200" dirty="0" err="1" smtClean="0"/>
              <a:t>kritik</a:t>
            </a:r>
            <a:r>
              <a:rPr lang="en-US" sz="3200" dirty="0" smtClean="0"/>
              <a:t>/</a:t>
            </a:r>
            <a:r>
              <a:rPr lang="en-US" sz="3200" dirty="0" err="1" smtClean="0"/>
              <a:t>sepakat</a:t>
            </a:r>
            <a:r>
              <a:rPr lang="en-US" sz="3200" dirty="0" smtClean="0"/>
              <a:t> </a:t>
            </a:r>
            <a:r>
              <a:rPr lang="en-US" sz="3200" dirty="0" err="1" smtClean="0"/>
              <a:t>dengan</a:t>
            </a:r>
            <a:r>
              <a:rPr lang="en-US" sz="3200" dirty="0" smtClean="0"/>
              <a:t> </a:t>
            </a:r>
            <a:r>
              <a:rPr lang="en-US" sz="3200" dirty="0" err="1" smtClean="0"/>
              <a:t>kritik</a:t>
            </a:r>
            <a:endParaRPr lang="en-US" sz="3200" dirty="0" smtClean="0"/>
          </a:p>
          <a:p>
            <a:r>
              <a:rPr lang="en-US" sz="3200" dirty="0" err="1" smtClean="0"/>
              <a:t>Mengucapkan</a:t>
            </a:r>
            <a:r>
              <a:rPr lang="en-US" sz="3200" dirty="0" smtClean="0"/>
              <a:t> </a:t>
            </a:r>
            <a:r>
              <a:rPr lang="en-US" sz="3200" dirty="0" err="1" smtClean="0"/>
              <a:t>mohon</a:t>
            </a:r>
            <a:r>
              <a:rPr lang="en-US" sz="3200" dirty="0" smtClean="0"/>
              <a:t> </a:t>
            </a:r>
            <a:r>
              <a:rPr lang="en-US" sz="3200" dirty="0" err="1" smtClean="0"/>
              <a:t>maaf</a:t>
            </a:r>
            <a:r>
              <a:rPr lang="en-US" sz="3200" dirty="0" smtClean="0"/>
              <a:t> </a:t>
            </a:r>
            <a:r>
              <a:rPr lang="en-US" sz="3200" dirty="0" err="1" smtClean="0"/>
              <a:t>dan</a:t>
            </a:r>
            <a:r>
              <a:rPr lang="en-US" sz="3200" dirty="0" smtClean="0"/>
              <a:t> </a:t>
            </a:r>
            <a:r>
              <a:rPr lang="en-US" sz="3200" dirty="0" err="1" smtClean="0"/>
              <a:t>terima</a:t>
            </a:r>
            <a:r>
              <a:rPr lang="en-US" sz="3200" dirty="0" smtClean="0"/>
              <a:t> </a:t>
            </a:r>
            <a:r>
              <a:rPr lang="en-US" sz="3200" dirty="0" err="1" smtClean="0"/>
              <a:t>kasih</a:t>
            </a:r>
            <a:endParaRPr lang="en-US" sz="3200" dirty="0" smtClean="0"/>
          </a:p>
          <a:p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Langkah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menghadapi</a:t>
            </a:r>
            <a:r>
              <a:rPr lang="en-US" dirty="0" smtClean="0"/>
              <a:t> Customer </a:t>
            </a:r>
            <a:r>
              <a:rPr lang="en-US" dirty="0" err="1" smtClean="0"/>
              <a:t>marah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7924800" cy="525475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3200" dirty="0" err="1" smtClean="0"/>
              <a:t>Tetap</a:t>
            </a:r>
            <a:r>
              <a:rPr lang="en-US" sz="3200" dirty="0" smtClean="0"/>
              <a:t> </a:t>
            </a:r>
            <a:r>
              <a:rPr lang="en-US" sz="3200" dirty="0" err="1" smtClean="0"/>
              <a:t>ramah</a:t>
            </a:r>
            <a:r>
              <a:rPr lang="en-US" sz="3200" dirty="0" smtClean="0"/>
              <a:t> </a:t>
            </a:r>
            <a:r>
              <a:rPr lang="en-US" sz="3200" dirty="0" err="1" smtClean="0"/>
              <a:t>dan</a:t>
            </a:r>
            <a:r>
              <a:rPr lang="en-US" sz="3200" dirty="0" smtClean="0"/>
              <a:t> </a:t>
            </a:r>
            <a:r>
              <a:rPr lang="en-US" sz="3200" dirty="0" err="1" smtClean="0"/>
              <a:t>profeisonal</a:t>
            </a:r>
            <a:endParaRPr lang="en-US" sz="3200" dirty="0" smtClean="0"/>
          </a:p>
          <a:p>
            <a:r>
              <a:rPr lang="en-US" sz="3200" dirty="0" err="1" smtClean="0"/>
              <a:t>Perlakukan</a:t>
            </a:r>
            <a:r>
              <a:rPr lang="en-US" sz="3200" dirty="0" smtClean="0"/>
              <a:t> </a:t>
            </a:r>
            <a:r>
              <a:rPr lang="en-US" sz="3200" dirty="0" err="1" smtClean="0"/>
              <a:t>dengan</a:t>
            </a:r>
            <a:r>
              <a:rPr lang="en-US" sz="3200" dirty="0" smtClean="0"/>
              <a:t> rasa </a:t>
            </a:r>
            <a:r>
              <a:rPr lang="en-US" sz="3200" dirty="0" err="1" smtClean="0"/>
              <a:t>hormat</a:t>
            </a:r>
            <a:endParaRPr lang="en-US" sz="3200" dirty="0" smtClean="0"/>
          </a:p>
          <a:p>
            <a:r>
              <a:rPr lang="en-US" sz="3200" dirty="0" err="1" smtClean="0"/>
              <a:t>Dipanggil</a:t>
            </a:r>
            <a:r>
              <a:rPr lang="en-US" sz="3200" dirty="0" smtClean="0"/>
              <a:t> </a:t>
            </a:r>
            <a:r>
              <a:rPr lang="en-US" sz="3200" dirty="0" err="1" smtClean="0"/>
              <a:t>dengan</a:t>
            </a:r>
            <a:r>
              <a:rPr lang="en-US" sz="3200" dirty="0" smtClean="0"/>
              <a:t> </a:t>
            </a:r>
            <a:r>
              <a:rPr lang="en-US" sz="3200" dirty="0" err="1" smtClean="0"/>
              <a:t>nama</a:t>
            </a:r>
            <a:r>
              <a:rPr lang="en-US" sz="3200" dirty="0" smtClean="0"/>
              <a:t> </a:t>
            </a:r>
            <a:r>
              <a:rPr lang="en-US" sz="3200" dirty="0" err="1" smtClean="0"/>
              <a:t>jelas</a:t>
            </a:r>
            <a:r>
              <a:rPr lang="en-US" sz="3200" dirty="0" smtClean="0"/>
              <a:t> </a:t>
            </a:r>
            <a:r>
              <a:rPr lang="en-US" sz="3200" dirty="0" err="1" smtClean="0"/>
              <a:t>secara</a:t>
            </a:r>
            <a:r>
              <a:rPr lang="en-US" sz="3200" dirty="0" smtClean="0"/>
              <a:t> </a:t>
            </a:r>
            <a:r>
              <a:rPr lang="en-US" sz="3200" dirty="0" err="1" smtClean="0"/>
              <a:t>sopan</a:t>
            </a:r>
            <a:r>
              <a:rPr lang="en-US" sz="3200" dirty="0" smtClean="0"/>
              <a:t> </a:t>
            </a:r>
            <a:r>
              <a:rPr lang="en-US" sz="3200" dirty="0" err="1" smtClean="0"/>
              <a:t>dan</a:t>
            </a:r>
            <a:r>
              <a:rPr lang="en-US" sz="3200" dirty="0" smtClean="0"/>
              <a:t> </a:t>
            </a:r>
            <a:r>
              <a:rPr lang="en-US" sz="3200" dirty="0" err="1" smtClean="0"/>
              <a:t>tulus</a:t>
            </a:r>
            <a:endParaRPr lang="en-US" sz="3200" dirty="0" smtClean="0"/>
          </a:p>
          <a:p>
            <a:r>
              <a:rPr lang="en-US" sz="3200" dirty="0" err="1" smtClean="0"/>
              <a:t>Menerima</a:t>
            </a:r>
            <a:r>
              <a:rPr lang="en-US" sz="3200" dirty="0" smtClean="0"/>
              <a:t> </a:t>
            </a:r>
            <a:r>
              <a:rPr lang="en-US" sz="3200" dirty="0" err="1" smtClean="0"/>
              <a:t>penjelasan</a:t>
            </a:r>
            <a:r>
              <a:rPr lang="en-US" sz="3200" dirty="0" smtClean="0"/>
              <a:t> </a:t>
            </a:r>
            <a:r>
              <a:rPr lang="en-US" sz="3200" dirty="0" err="1" smtClean="0"/>
              <a:t>tentang</a:t>
            </a:r>
            <a:r>
              <a:rPr lang="en-US" sz="3200" dirty="0" smtClean="0"/>
              <a:t> </a:t>
            </a:r>
            <a:r>
              <a:rPr lang="en-US" sz="3200" dirty="0" err="1" smtClean="0"/>
              <a:t>bagaimana</a:t>
            </a:r>
            <a:r>
              <a:rPr lang="en-US" sz="3200" dirty="0" smtClean="0"/>
              <a:t> </a:t>
            </a:r>
            <a:r>
              <a:rPr lang="en-US" sz="3200" dirty="0" err="1" smtClean="0"/>
              <a:t>terjadinya</a:t>
            </a:r>
            <a:r>
              <a:rPr lang="en-US" sz="3200" dirty="0" smtClean="0"/>
              <a:t> </a:t>
            </a:r>
            <a:r>
              <a:rPr lang="en-US" sz="3200" dirty="0" err="1" smtClean="0"/>
              <a:t>masalah</a:t>
            </a:r>
            <a:endParaRPr lang="en-US" sz="3200" dirty="0" smtClean="0"/>
          </a:p>
          <a:p>
            <a:r>
              <a:rPr lang="en-US" sz="3200" dirty="0" err="1" smtClean="0"/>
              <a:t>Ulangi</a:t>
            </a:r>
            <a:r>
              <a:rPr lang="en-US" sz="3200" dirty="0" smtClean="0"/>
              <a:t> </a:t>
            </a:r>
            <a:r>
              <a:rPr lang="en-US" sz="3200" dirty="0" err="1" smtClean="0"/>
              <a:t>keluhan</a:t>
            </a:r>
            <a:r>
              <a:rPr lang="en-US" sz="3200" dirty="0" smtClean="0"/>
              <a:t> </a:t>
            </a:r>
            <a:r>
              <a:rPr lang="en-US" sz="3200" dirty="0" err="1" smtClean="0"/>
              <a:t>dan</a:t>
            </a:r>
            <a:r>
              <a:rPr lang="en-US" sz="3200" dirty="0" smtClean="0"/>
              <a:t> </a:t>
            </a:r>
            <a:r>
              <a:rPr lang="en-US" sz="3200" dirty="0" err="1" smtClean="0"/>
              <a:t>dapatkan</a:t>
            </a:r>
            <a:r>
              <a:rPr lang="en-US" sz="3200" dirty="0" smtClean="0"/>
              <a:t> </a:t>
            </a:r>
            <a:r>
              <a:rPr lang="en-US" sz="3200" dirty="0" err="1" smtClean="0"/>
              <a:t>pemahan</a:t>
            </a:r>
            <a:r>
              <a:rPr lang="en-US" sz="3200" dirty="0" smtClean="0"/>
              <a:t> </a:t>
            </a:r>
            <a:r>
              <a:rPr lang="en-US" sz="3200" dirty="0" err="1" smtClean="0"/>
              <a:t>bahwa</a:t>
            </a:r>
            <a:r>
              <a:rPr lang="en-US" sz="3200" dirty="0" smtClean="0"/>
              <a:t> </a:t>
            </a:r>
            <a:r>
              <a:rPr lang="en-US" sz="3200" dirty="0" err="1" smtClean="0"/>
              <a:t>anda</a:t>
            </a:r>
            <a:r>
              <a:rPr lang="en-US" sz="3200" dirty="0" smtClean="0"/>
              <a:t> </a:t>
            </a:r>
            <a:r>
              <a:rPr lang="en-US" sz="3200" dirty="0" err="1" smtClean="0"/>
              <a:t>telah</a:t>
            </a:r>
            <a:r>
              <a:rPr lang="en-US" sz="3200" dirty="0" smtClean="0"/>
              <a:t> </a:t>
            </a:r>
            <a:r>
              <a:rPr lang="en-US" sz="3200" dirty="0" err="1" smtClean="0"/>
              <a:t>mendengarkan</a:t>
            </a:r>
            <a:endParaRPr 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09600"/>
            <a:ext cx="8001000" cy="586435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2800" dirty="0" err="1" smtClean="0"/>
              <a:t>Berempati</a:t>
            </a:r>
            <a:r>
              <a:rPr lang="en-US" sz="2800" dirty="0" smtClean="0"/>
              <a:t> </a:t>
            </a:r>
            <a:r>
              <a:rPr lang="en-US" sz="2800" dirty="0" err="1" smtClean="0"/>
              <a:t>pada</a:t>
            </a:r>
            <a:r>
              <a:rPr lang="en-US" sz="2800" dirty="0" smtClean="0"/>
              <a:t> </a:t>
            </a:r>
            <a:r>
              <a:rPr lang="en-US" sz="2800" dirty="0" err="1" smtClean="0"/>
              <a:t>masalah</a:t>
            </a:r>
            <a:r>
              <a:rPr lang="en-US" sz="2800" dirty="0" smtClean="0"/>
              <a:t> </a:t>
            </a:r>
            <a:r>
              <a:rPr lang="en-US" sz="2800" dirty="0" err="1" smtClean="0"/>
              <a:t>pelanggan</a:t>
            </a:r>
            <a:r>
              <a:rPr lang="en-US" sz="2800" dirty="0" smtClean="0"/>
              <a:t>/</a:t>
            </a:r>
            <a:r>
              <a:rPr lang="en-US" sz="2800" dirty="0" err="1" smtClean="0"/>
              <a:t>terimalah</a:t>
            </a:r>
            <a:r>
              <a:rPr lang="en-US" sz="2800" dirty="0" smtClean="0"/>
              <a:t> </a:t>
            </a:r>
            <a:r>
              <a:rPr lang="en-US" sz="2800" dirty="0" err="1" smtClean="0"/>
              <a:t>perasaan</a:t>
            </a:r>
            <a:r>
              <a:rPr lang="en-US" sz="2800" dirty="0" smtClean="0"/>
              <a:t> </a:t>
            </a:r>
            <a:r>
              <a:rPr lang="en-US" sz="2800" dirty="0" err="1" smtClean="0"/>
              <a:t>tamu</a:t>
            </a:r>
            <a:r>
              <a:rPr lang="en-US" sz="2800" dirty="0" smtClean="0"/>
              <a:t> </a:t>
            </a:r>
            <a:r>
              <a:rPr lang="en-US" sz="2800" dirty="0" err="1" smtClean="0"/>
              <a:t>atau</a:t>
            </a:r>
            <a:r>
              <a:rPr lang="en-US" sz="2800" dirty="0" smtClean="0"/>
              <a:t> </a:t>
            </a:r>
            <a:r>
              <a:rPr lang="en-US" sz="2800" dirty="0" err="1" smtClean="0"/>
              <a:t>pelanggan</a:t>
            </a:r>
            <a:endParaRPr lang="en-US" sz="2800" dirty="0" smtClean="0"/>
          </a:p>
          <a:p>
            <a:r>
              <a:rPr lang="en-US" sz="2800" dirty="0" err="1" smtClean="0"/>
              <a:t>Minatalah</a:t>
            </a:r>
            <a:r>
              <a:rPr lang="en-US" sz="2800" dirty="0" smtClean="0"/>
              <a:t> </a:t>
            </a:r>
            <a:r>
              <a:rPr lang="en-US" sz="2800" dirty="0" err="1" smtClean="0"/>
              <a:t>maad</a:t>
            </a:r>
            <a:r>
              <a:rPr lang="en-US" sz="2800" dirty="0" smtClean="0"/>
              <a:t> </a:t>
            </a:r>
            <a:r>
              <a:rPr lang="en-US" sz="2800" dirty="0" err="1" smtClean="0"/>
              <a:t>untuk</a:t>
            </a:r>
            <a:r>
              <a:rPr lang="en-US" sz="2800" dirty="0" smtClean="0"/>
              <a:t> </a:t>
            </a:r>
            <a:r>
              <a:rPr lang="en-US" sz="2800" dirty="0" err="1" smtClean="0"/>
              <a:t>situasi</a:t>
            </a:r>
            <a:r>
              <a:rPr lang="en-US" sz="2800" dirty="0" smtClean="0"/>
              <a:t> </a:t>
            </a:r>
            <a:r>
              <a:rPr lang="en-US" sz="2800" dirty="0" err="1" smtClean="0"/>
              <a:t>tersebut</a:t>
            </a:r>
            <a:endParaRPr lang="en-US" sz="2800" dirty="0" smtClean="0"/>
          </a:p>
          <a:p>
            <a:r>
              <a:rPr lang="en-US" sz="2800" dirty="0" err="1" smtClean="0"/>
              <a:t>Nyatakan</a:t>
            </a:r>
            <a:r>
              <a:rPr lang="en-US" sz="2800" dirty="0" smtClean="0"/>
              <a:t> </a:t>
            </a:r>
            <a:r>
              <a:rPr lang="en-US" sz="2800" dirty="0" err="1" smtClean="0"/>
              <a:t>bahwa</a:t>
            </a:r>
            <a:r>
              <a:rPr lang="en-US" sz="2800" dirty="0" smtClean="0"/>
              <a:t> </a:t>
            </a:r>
            <a:r>
              <a:rPr lang="en-US" sz="2800" dirty="0" err="1" smtClean="0"/>
              <a:t>anda</a:t>
            </a:r>
            <a:r>
              <a:rPr lang="en-US" sz="2800" dirty="0" smtClean="0"/>
              <a:t> </a:t>
            </a:r>
            <a:r>
              <a:rPr lang="en-US" sz="2800" dirty="0" err="1" smtClean="0"/>
              <a:t>siap</a:t>
            </a:r>
            <a:r>
              <a:rPr lang="en-US" sz="2800" dirty="0" smtClean="0"/>
              <a:t> </a:t>
            </a:r>
            <a:r>
              <a:rPr lang="en-US" sz="2800" dirty="0" err="1" smtClean="0"/>
              <a:t>dan</a:t>
            </a:r>
            <a:r>
              <a:rPr lang="en-US" sz="2800" dirty="0" smtClean="0"/>
              <a:t> </a:t>
            </a:r>
            <a:r>
              <a:rPr lang="en-US" sz="2800" dirty="0" err="1" smtClean="0"/>
              <a:t>handal</a:t>
            </a:r>
            <a:r>
              <a:rPr lang="en-US" sz="2800" dirty="0" smtClean="0"/>
              <a:t> </a:t>
            </a:r>
            <a:r>
              <a:rPr lang="en-US" sz="2800" dirty="0" err="1" smtClean="0"/>
              <a:t>membantu</a:t>
            </a:r>
            <a:endParaRPr lang="en-US" sz="2800" dirty="0" smtClean="0"/>
          </a:p>
          <a:p>
            <a:r>
              <a:rPr lang="en-US" sz="2800" dirty="0" err="1" smtClean="0"/>
              <a:t>Periksalah</a:t>
            </a:r>
            <a:r>
              <a:rPr lang="en-US" sz="2800" dirty="0" smtClean="0"/>
              <a:t> </a:t>
            </a:r>
            <a:r>
              <a:rPr lang="en-US" sz="2800" dirty="0" err="1" smtClean="0"/>
              <a:t>informasi</a:t>
            </a:r>
            <a:endParaRPr lang="en-US" sz="2800" dirty="0" smtClean="0"/>
          </a:p>
          <a:p>
            <a:r>
              <a:rPr lang="en-US" sz="2800" dirty="0" err="1" smtClean="0"/>
              <a:t>Jelaskan</a:t>
            </a:r>
            <a:r>
              <a:rPr lang="en-US" sz="2800" dirty="0" smtClean="0"/>
              <a:t> </a:t>
            </a:r>
            <a:r>
              <a:rPr lang="en-US" sz="2800" dirty="0" err="1" smtClean="0"/>
              <a:t>pilihan</a:t>
            </a:r>
            <a:r>
              <a:rPr lang="en-US" sz="2800" dirty="0" smtClean="0"/>
              <a:t> </a:t>
            </a:r>
            <a:r>
              <a:rPr lang="en-US" sz="2800" dirty="0" err="1" smtClean="0"/>
              <a:t>solusi</a:t>
            </a:r>
            <a:r>
              <a:rPr lang="en-US" sz="2800" dirty="0" smtClean="0"/>
              <a:t> yang </a:t>
            </a:r>
            <a:r>
              <a:rPr lang="en-US" sz="2800" dirty="0" err="1" smtClean="0"/>
              <a:t>dapat</a:t>
            </a:r>
            <a:r>
              <a:rPr lang="en-US" sz="2800" dirty="0" smtClean="0"/>
              <a:t> </a:t>
            </a:r>
            <a:r>
              <a:rPr lang="en-US" sz="2800" dirty="0" err="1" smtClean="0"/>
              <a:t>memecahkan</a:t>
            </a:r>
            <a:r>
              <a:rPr lang="en-US" sz="2800" dirty="0" smtClean="0"/>
              <a:t> </a:t>
            </a:r>
            <a:r>
              <a:rPr lang="en-US" sz="2800" dirty="0" err="1" smtClean="0"/>
              <a:t>masalah</a:t>
            </a:r>
            <a:endParaRPr lang="en-US" sz="2800" dirty="0" smtClean="0"/>
          </a:p>
          <a:p>
            <a:r>
              <a:rPr lang="en-US" sz="2800" dirty="0" err="1" smtClean="0"/>
              <a:t>Tetapkan</a:t>
            </a:r>
            <a:r>
              <a:rPr lang="en-US" sz="2800" dirty="0" smtClean="0"/>
              <a:t> </a:t>
            </a:r>
            <a:r>
              <a:rPr lang="en-US" sz="2800" dirty="0" err="1" smtClean="0"/>
              <a:t>tindakan</a:t>
            </a:r>
            <a:r>
              <a:rPr lang="en-US" sz="2800" dirty="0" smtClean="0"/>
              <a:t> yang </a:t>
            </a:r>
            <a:r>
              <a:rPr lang="en-US" sz="2800" dirty="0" err="1" smtClean="0"/>
              <a:t>akan</a:t>
            </a:r>
            <a:r>
              <a:rPr lang="en-US" sz="2800" dirty="0" smtClean="0"/>
              <a:t> </a:t>
            </a:r>
            <a:r>
              <a:rPr lang="en-US" sz="2800" dirty="0" err="1" smtClean="0"/>
              <a:t>anda</a:t>
            </a:r>
            <a:r>
              <a:rPr lang="en-US" sz="2800" dirty="0" smtClean="0"/>
              <a:t> </a:t>
            </a:r>
            <a:r>
              <a:rPr lang="en-US" sz="2800" dirty="0" err="1" smtClean="0"/>
              <a:t>ambil</a:t>
            </a:r>
            <a:r>
              <a:rPr lang="en-US" sz="2800" dirty="0" smtClean="0"/>
              <a:t> </a:t>
            </a:r>
            <a:r>
              <a:rPr lang="en-US" sz="2800" dirty="0" err="1" smtClean="0"/>
              <a:t>dan</a:t>
            </a:r>
            <a:r>
              <a:rPr lang="en-US" sz="2800" dirty="0" smtClean="0"/>
              <a:t> </a:t>
            </a:r>
            <a:r>
              <a:rPr lang="en-US" sz="2800" dirty="0" err="1" smtClean="0"/>
              <a:t>beritahu</a:t>
            </a:r>
            <a:r>
              <a:rPr lang="en-US" sz="2800" dirty="0" smtClean="0"/>
              <a:t> </a:t>
            </a:r>
            <a:r>
              <a:rPr lang="en-US" sz="2800" dirty="0" err="1" smtClean="0"/>
              <a:t>mereka</a:t>
            </a:r>
            <a:endParaRPr lang="en-US" sz="2800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772400" cy="4873752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en-US" sz="2800" dirty="0" err="1" smtClean="0"/>
              <a:t>Pertemukan</a:t>
            </a:r>
            <a:r>
              <a:rPr lang="en-US" sz="2800" dirty="0" smtClean="0"/>
              <a:t> </a:t>
            </a:r>
            <a:r>
              <a:rPr lang="en-US" sz="2800" dirty="0" err="1" smtClean="0"/>
              <a:t>dengan</a:t>
            </a:r>
            <a:r>
              <a:rPr lang="en-US" sz="2800" dirty="0" smtClean="0"/>
              <a:t> </a:t>
            </a:r>
            <a:r>
              <a:rPr lang="en-US" sz="2800" dirty="0" err="1" smtClean="0"/>
              <a:t>orang</a:t>
            </a:r>
            <a:r>
              <a:rPr lang="en-US" sz="2800" dirty="0" smtClean="0"/>
              <a:t> yang </a:t>
            </a:r>
            <a:r>
              <a:rPr lang="en-US" sz="2800" dirty="0" err="1" smtClean="0"/>
              <a:t>berwenang</a:t>
            </a:r>
            <a:r>
              <a:rPr lang="en-US" sz="2800" dirty="0" smtClean="0"/>
              <a:t> yang </a:t>
            </a:r>
            <a:r>
              <a:rPr lang="en-US" sz="2800" dirty="0" err="1" smtClean="0"/>
              <a:t>dpaat</a:t>
            </a:r>
            <a:r>
              <a:rPr lang="en-US" sz="2800" dirty="0" smtClean="0"/>
              <a:t> </a:t>
            </a:r>
            <a:r>
              <a:rPr lang="en-US" sz="2800" dirty="0" err="1" smtClean="0"/>
              <a:t>menyelesaikan</a:t>
            </a:r>
            <a:r>
              <a:rPr lang="en-US" sz="2800" dirty="0" smtClean="0"/>
              <a:t> </a:t>
            </a:r>
            <a:r>
              <a:rPr lang="en-US" sz="2800" dirty="0" err="1" smtClean="0"/>
              <a:t>masalah</a:t>
            </a:r>
            <a:r>
              <a:rPr lang="en-US" sz="2800" dirty="0" smtClean="0"/>
              <a:t> </a:t>
            </a:r>
            <a:r>
              <a:rPr lang="en-US" sz="2800" dirty="0" err="1" smtClean="0"/>
              <a:t>keluhan</a:t>
            </a:r>
            <a:r>
              <a:rPr lang="en-US" sz="2800" dirty="0" smtClean="0"/>
              <a:t> </a:t>
            </a:r>
            <a:r>
              <a:rPr lang="en-US" sz="2800" dirty="0" err="1" smtClean="0"/>
              <a:t>secara</a:t>
            </a:r>
            <a:r>
              <a:rPr lang="en-US" sz="2800" dirty="0" smtClean="0"/>
              <a:t> </a:t>
            </a:r>
            <a:r>
              <a:rPr lang="en-US" sz="2800" dirty="0" err="1" smtClean="0"/>
              <a:t>cepat</a:t>
            </a:r>
            <a:endParaRPr lang="en-US" sz="2800" dirty="0" smtClean="0"/>
          </a:p>
          <a:p>
            <a:r>
              <a:rPr lang="en-US" sz="2800" dirty="0" err="1" smtClean="0"/>
              <a:t>Menangani</a:t>
            </a:r>
            <a:r>
              <a:rPr lang="en-US" sz="2800" dirty="0" smtClean="0"/>
              <a:t> </a:t>
            </a:r>
            <a:r>
              <a:rPr lang="en-US" sz="2800" dirty="0" err="1" smtClean="0"/>
              <a:t>dan</a:t>
            </a:r>
            <a:r>
              <a:rPr lang="en-US" sz="2800" dirty="0" smtClean="0"/>
              <a:t> </a:t>
            </a:r>
            <a:r>
              <a:rPr lang="en-US" sz="2800" dirty="0" err="1" smtClean="0"/>
              <a:t>menyelesaikan</a:t>
            </a:r>
            <a:r>
              <a:rPr lang="en-US" sz="2800" dirty="0" smtClean="0"/>
              <a:t> </a:t>
            </a:r>
            <a:r>
              <a:rPr lang="en-US" sz="2800" dirty="0" err="1" smtClean="0"/>
              <a:t>keluhan</a:t>
            </a:r>
            <a:r>
              <a:rPr lang="en-US" sz="2800" dirty="0" smtClean="0"/>
              <a:t> </a:t>
            </a:r>
            <a:r>
              <a:rPr lang="en-US" sz="2800" dirty="0" err="1" smtClean="0"/>
              <a:t>itu</a:t>
            </a:r>
            <a:r>
              <a:rPr lang="en-US" sz="2800" dirty="0" smtClean="0"/>
              <a:t> </a:t>
            </a:r>
            <a:r>
              <a:rPr lang="en-US" sz="2800" dirty="0" err="1" smtClean="0"/>
              <a:t>secara</a:t>
            </a:r>
            <a:r>
              <a:rPr lang="en-US" sz="2800" dirty="0" smtClean="0"/>
              <a:t> </a:t>
            </a:r>
            <a:r>
              <a:rPr lang="en-US" sz="2800" dirty="0" err="1" smtClean="0"/>
              <a:t>serius</a:t>
            </a:r>
            <a:endParaRPr lang="en-US" sz="2800" dirty="0" smtClean="0"/>
          </a:p>
          <a:p>
            <a:r>
              <a:rPr lang="en-US" sz="2800" dirty="0" err="1" smtClean="0"/>
              <a:t>Ucapkan</a:t>
            </a:r>
            <a:r>
              <a:rPr lang="en-US" sz="2800" dirty="0" smtClean="0"/>
              <a:t> </a:t>
            </a:r>
            <a:r>
              <a:rPr lang="en-US" sz="2800" dirty="0" err="1" smtClean="0"/>
              <a:t>terima</a:t>
            </a:r>
            <a:r>
              <a:rPr lang="en-US" sz="2800" dirty="0" smtClean="0"/>
              <a:t> </a:t>
            </a:r>
            <a:r>
              <a:rPr lang="en-US" sz="2800" dirty="0" err="1" smtClean="0"/>
              <a:t>kasih</a:t>
            </a:r>
            <a:r>
              <a:rPr lang="en-US" sz="2800" dirty="0" smtClean="0"/>
              <a:t> </a:t>
            </a:r>
            <a:r>
              <a:rPr lang="en-US" sz="2800" dirty="0" err="1" smtClean="0"/>
              <a:t>kepada</a:t>
            </a:r>
            <a:r>
              <a:rPr lang="en-US" sz="2800" dirty="0" smtClean="0"/>
              <a:t> </a:t>
            </a:r>
            <a:r>
              <a:rPr lang="en-US" sz="2800" dirty="0" err="1" smtClean="0"/>
              <a:t>pelanggan</a:t>
            </a:r>
            <a:r>
              <a:rPr lang="en-US" sz="2800" dirty="0" smtClean="0"/>
              <a:t> </a:t>
            </a:r>
            <a:r>
              <a:rPr lang="en-US" sz="2800" dirty="0" err="1" smtClean="0"/>
              <a:t>karena</a:t>
            </a:r>
            <a:r>
              <a:rPr lang="en-US" sz="2800" dirty="0" smtClean="0"/>
              <a:t> </a:t>
            </a:r>
            <a:r>
              <a:rPr lang="en-US" sz="2800" dirty="0" err="1" smtClean="0"/>
              <a:t>telah</a:t>
            </a:r>
            <a:r>
              <a:rPr lang="en-US" sz="2800" dirty="0" smtClean="0"/>
              <a:t> </a:t>
            </a:r>
            <a:r>
              <a:rPr lang="en-US" sz="2800" dirty="0" err="1" smtClean="0"/>
              <a:t>memunculkan</a:t>
            </a:r>
            <a:r>
              <a:rPr lang="en-US" sz="2800" dirty="0" smtClean="0"/>
              <a:t> </a:t>
            </a:r>
            <a:r>
              <a:rPr lang="en-US" sz="2800" dirty="0" err="1" smtClean="0"/>
              <a:t>masalah</a:t>
            </a:r>
            <a:r>
              <a:rPr lang="en-US" sz="2800" dirty="0" smtClean="0"/>
              <a:t> </a:t>
            </a:r>
            <a:r>
              <a:rPr lang="en-US" sz="2800" dirty="0" err="1" smtClean="0"/>
              <a:t>ini</a:t>
            </a:r>
            <a:r>
              <a:rPr lang="en-US" sz="2800" dirty="0" smtClean="0"/>
              <a:t> </a:t>
            </a:r>
            <a:r>
              <a:rPr lang="en-US" sz="2800" dirty="0" err="1" smtClean="0"/>
              <a:t>dalam</a:t>
            </a:r>
            <a:r>
              <a:rPr lang="en-US" sz="2800" dirty="0" smtClean="0"/>
              <a:t> </a:t>
            </a:r>
            <a:r>
              <a:rPr lang="en-US" sz="2800" dirty="0" err="1" smtClean="0"/>
              <a:t>benak</a:t>
            </a:r>
            <a:r>
              <a:rPr lang="en-US" sz="2800" dirty="0" smtClean="0"/>
              <a:t> </a:t>
            </a:r>
            <a:r>
              <a:rPr lang="en-US" sz="2800" dirty="0" err="1" smtClean="0"/>
              <a:t>anda</a:t>
            </a:r>
            <a:endParaRPr lang="en-US" sz="2800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	</a:t>
            </a:r>
            <a:r>
              <a:rPr lang="en-US" dirty="0" err="1"/>
              <a:t>Layanan</a:t>
            </a:r>
            <a:r>
              <a:rPr lang="en-US" dirty="0"/>
              <a:t> Prima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Mengorganisir</a:t>
            </a:r>
            <a:r>
              <a:rPr lang="en-US" dirty="0"/>
              <a:t> </a:t>
            </a:r>
            <a:r>
              <a:rPr lang="en-US" dirty="0" err="1"/>
              <a:t>Komplain</a:t>
            </a:r>
            <a:r>
              <a:rPr lang="en-US" dirty="0"/>
              <a:t> Via </a:t>
            </a:r>
            <a:r>
              <a:rPr lang="en-US" dirty="0" err="1"/>
              <a:t>Surat</a:t>
            </a:r>
            <a:r>
              <a:rPr lang="en-US" dirty="0"/>
              <a:t> </a:t>
            </a:r>
            <a:r>
              <a:rPr lang="en-US" dirty="0" err="1"/>
              <a:t>pembaca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077200" cy="517855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 </a:t>
            </a:r>
            <a:r>
              <a:rPr lang="en-US" sz="2800" dirty="0" err="1"/>
              <a:t>Tindakan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Antisipasi</a:t>
            </a:r>
            <a:r>
              <a:rPr lang="en-US" sz="2800" dirty="0"/>
              <a:t> </a:t>
            </a:r>
            <a:r>
              <a:rPr lang="en-US" sz="2800" dirty="0" err="1"/>
              <a:t>Menghadapi</a:t>
            </a:r>
            <a:r>
              <a:rPr lang="en-US" sz="2800" dirty="0"/>
              <a:t> </a:t>
            </a:r>
            <a:r>
              <a:rPr lang="en-US" sz="2800" dirty="0" err="1" smtClean="0"/>
              <a:t>Kritikan</a:t>
            </a:r>
            <a:r>
              <a:rPr lang="en-US" sz="2800" dirty="0"/>
              <a:t> </a:t>
            </a:r>
            <a:r>
              <a:rPr lang="en-US" sz="2800" dirty="0" smtClean="0"/>
              <a:t>Via </a:t>
            </a:r>
            <a:r>
              <a:rPr lang="en-US" sz="2800" dirty="0" err="1"/>
              <a:t>Surat</a:t>
            </a:r>
            <a:r>
              <a:rPr lang="en-US" sz="2800" dirty="0"/>
              <a:t> </a:t>
            </a:r>
            <a:r>
              <a:rPr lang="en-US" sz="2800" dirty="0" err="1"/>
              <a:t>pembaca</a:t>
            </a:r>
            <a:endParaRPr lang="en-US" sz="2800" dirty="0"/>
          </a:p>
          <a:p>
            <a:r>
              <a:rPr lang="en-US" sz="2800" dirty="0" err="1" smtClean="0"/>
              <a:t>Komunikasi</a:t>
            </a:r>
            <a:r>
              <a:rPr lang="en-US" sz="2800" dirty="0" smtClean="0"/>
              <a:t> </a:t>
            </a:r>
            <a:r>
              <a:rPr lang="en-US" sz="2800" dirty="0" err="1"/>
              <a:t>massa</a:t>
            </a:r>
            <a:r>
              <a:rPr lang="en-US" sz="2800" dirty="0"/>
              <a:t> </a:t>
            </a:r>
            <a:r>
              <a:rPr lang="en-US" sz="2800" dirty="0" err="1"/>
              <a:t>surat</a:t>
            </a:r>
            <a:r>
              <a:rPr lang="en-US" sz="2800" dirty="0"/>
              <a:t> </a:t>
            </a:r>
            <a:r>
              <a:rPr lang="en-US" sz="2800" dirty="0" err="1"/>
              <a:t>pembaca</a:t>
            </a:r>
            <a:r>
              <a:rPr lang="en-US" sz="2800" dirty="0"/>
              <a:t> :</a:t>
            </a:r>
          </a:p>
          <a:p>
            <a:r>
              <a:rPr lang="en-US" sz="2800" dirty="0" err="1"/>
              <a:t>Sumber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komunikasi</a:t>
            </a:r>
            <a:r>
              <a:rPr lang="en-US" sz="2800" dirty="0"/>
              <a:t> </a:t>
            </a:r>
            <a:r>
              <a:rPr lang="en-US" sz="2800" dirty="0" err="1"/>
              <a:t>massa</a:t>
            </a:r>
            <a:r>
              <a:rPr lang="en-US" sz="2800" dirty="0"/>
              <a:t> </a:t>
            </a:r>
            <a:r>
              <a:rPr lang="en-US" sz="2800" dirty="0" err="1"/>
              <a:t>terlembagakan</a:t>
            </a:r>
            <a:endParaRPr lang="en-US" sz="2800" dirty="0"/>
          </a:p>
          <a:p>
            <a:r>
              <a:rPr lang="en-US" sz="2800" dirty="0" err="1"/>
              <a:t>Pesan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komunikasi</a:t>
            </a:r>
            <a:r>
              <a:rPr lang="en-US" sz="2800" dirty="0"/>
              <a:t> </a:t>
            </a:r>
            <a:r>
              <a:rPr lang="en-US" sz="2800" dirty="0" err="1"/>
              <a:t>massa</a:t>
            </a:r>
            <a:r>
              <a:rPr lang="en-US" sz="2800" dirty="0"/>
              <a:t> </a:t>
            </a:r>
            <a:r>
              <a:rPr lang="en-US" sz="2800" dirty="0" err="1"/>
              <a:t>bersifat</a:t>
            </a:r>
            <a:r>
              <a:rPr lang="en-US" sz="2800" dirty="0"/>
              <a:t> public/</a:t>
            </a:r>
            <a:r>
              <a:rPr lang="en-US" sz="2800" dirty="0" err="1"/>
              <a:t>umum</a:t>
            </a:r>
            <a:endParaRPr lang="en-US" sz="2800" dirty="0"/>
          </a:p>
          <a:p>
            <a:r>
              <a:rPr lang="en-US" sz="2800" dirty="0" err="1"/>
              <a:t>Efek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perubahan</a:t>
            </a:r>
            <a:r>
              <a:rPr lang="en-US" sz="2800" dirty="0"/>
              <a:t> </a:t>
            </a:r>
            <a:r>
              <a:rPr lang="en-US" sz="2800" dirty="0" err="1"/>
              <a:t>sikap</a:t>
            </a:r>
            <a:r>
              <a:rPr lang="en-US" sz="2800" dirty="0"/>
              <a:t>, </a:t>
            </a:r>
            <a:r>
              <a:rPr lang="en-US" sz="2800" dirty="0" err="1"/>
              <a:t>opini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perilaku</a:t>
            </a:r>
            <a:r>
              <a:rPr lang="en-US" sz="2800" dirty="0"/>
              <a:t> </a:t>
            </a:r>
            <a:r>
              <a:rPr lang="en-US" sz="2800" dirty="0" err="1"/>
              <a:t>sebagai</a:t>
            </a:r>
            <a:r>
              <a:rPr lang="en-US" sz="2800" dirty="0"/>
              <a:t> </a:t>
            </a:r>
            <a:r>
              <a:rPr lang="en-US" sz="2800" dirty="0" err="1"/>
              <a:t>akibat</a:t>
            </a:r>
            <a:r>
              <a:rPr lang="en-US" sz="2800" dirty="0"/>
              <a:t> </a:t>
            </a:r>
            <a:r>
              <a:rPr lang="en-US" sz="2800" dirty="0" err="1"/>
              <a:t>berlangsungnya</a:t>
            </a:r>
            <a:r>
              <a:rPr lang="en-US" sz="2800" dirty="0"/>
              <a:t> </a:t>
            </a:r>
            <a:r>
              <a:rPr lang="en-US" sz="2800" dirty="0" err="1"/>
              <a:t>proses</a:t>
            </a:r>
            <a:r>
              <a:rPr lang="en-US" sz="2800" dirty="0"/>
              <a:t> </a:t>
            </a:r>
            <a:r>
              <a:rPr lang="en-US" sz="2800" dirty="0" err="1"/>
              <a:t>komunikasi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Membalas</a:t>
            </a:r>
            <a:r>
              <a:rPr lang="en-US" dirty="0" smtClean="0"/>
              <a:t> </a:t>
            </a:r>
            <a:r>
              <a:rPr lang="en-US" dirty="0" err="1" smtClean="0"/>
              <a:t>Surat</a:t>
            </a:r>
            <a:r>
              <a:rPr lang="en-US" dirty="0" smtClean="0"/>
              <a:t> </a:t>
            </a:r>
            <a:r>
              <a:rPr lang="en-US" dirty="0" err="1" smtClean="0"/>
              <a:t>Pembaca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772400" cy="4873752"/>
          </a:xfrm>
          <a:solidFill>
            <a:schemeClr val="bg1">
              <a:lumMod val="95000"/>
            </a:schemeClr>
          </a:solidFill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dirty="0" err="1" smtClean="0"/>
              <a:t>Isi</a:t>
            </a:r>
            <a:r>
              <a:rPr lang="en-US" sz="2800" dirty="0" smtClean="0"/>
              <a:t> </a:t>
            </a:r>
            <a:r>
              <a:rPr lang="en-US" sz="2800" dirty="0" err="1"/>
              <a:t>balasan</a:t>
            </a:r>
            <a:r>
              <a:rPr lang="en-US" sz="2800" dirty="0"/>
              <a:t> </a:t>
            </a:r>
            <a:r>
              <a:rPr lang="en-US" sz="2800" dirty="0" err="1"/>
              <a:t>surat</a:t>
            </a:r>
            <a:r>
              <a:rPr lang="en-US" sz="2800" dirty="0"/>
              <a:t> </a:t>
            </a:r>
            <a:r>
              <a:rPr lang="en-US" sz="2800" dirty="0" err="1"/>
              <a:t>pembaca</a:t>
            </a:r>
            <a:r>
              <a:rPr lang="en-US" sz="2800" dirty="0"/>
              <a:t> </a:t>
            </a:r>
            <a:r>
              <a:rPr lang="en-US" sz="2800" dirty="0" smtClean="0"/>
              <a:t>:</a:t>
            </a:r>
          </a:p>
          <a:p>
            <a:pPr>
              <a:buNone/>
            </a:pPr>
            <a:endParaRPr lang="en-US" sz="2800" dirty="0"/>
          </a:p>
          <a:p>
            <a:r>
              <a:rPr lang="en-US" sz="3200" dirty="0" err="1"/>
              <a:t>Cantumkan</a:t>
            </a:r>
            <a:r>
              <a:rPr lang="en-US" sz="3200" dirty="0"/>
              <a:t> </a:t>
            </a:r>
            <a:r>
              <a:rPr lang="en-US" sz="3200" dirty="0" err="1"/>
              <a:t>judul</a:t>
            </a:r>
            <a:r>
              <a:rPr lang="en-US" sz="3200" dirty="0"/>
              <a:t> </a:t>
            </a:r>
            <a:r>
              <a:rPr lang="en-US" sz="3200" dirty="0" err="1"/>
              <a:t>surat</a:t>
            </a:r>
            <a:r>
              <a:rPr lang="en-US" sz="3200" dirty="0"/>
              <a:t> </a:t>
            </a:r>
            <a:r>
              <a:rPr lang="en-US" sz="3200" dirty="0" err="1"/>
              <a:t>atau</a:t>
            </a:r>
            <a:r>
              <a:rPr lang="en-US" sz="3200" dirty="0"/>
              <a:t> </a:t>
            </a:r>
            <a:r>
              <a:rPr lang="en-US" sz="3200" dirty="0" err="1"/>
              <a:t>judul</a:t>
            </a:r>
            <a:r>
              <a:rPr lang="en-US" sz="3200" dirty="0"/>
              <a:t> </a:t>
            </a:r>
            <a:r>
              <a:rPr lang="en-US" sz="3200" dirty="0" err="1"/>
              <a:t>masalah</a:t>
            </a:r>
            <a:endParaRPr lang="en-US" sz="3200" dirty="0"/>
          </a:p>
          <a:p>
            <a:r>
              <a:rPr lang="en-US" sz="3200" dirty="0" err="1"/>
              <a:t>Ditujukan</a:t>
            </a:r>
            <a:r>
              <a:rPr lang="en-US" sz="3200" dirty="0"/>
              <a:t> </a:t>
            </a:r>
            <a:r>
              <a:rPr lang="en-US" sz="3200" dirty="0" err="1"/>
              <a:t>kepada</a:t>
            </a:r>
            <a:r>
              <a:rPr lang="en-US" sz="3200" dirty="0"/>
              <a:t> </a:t>
            </a:r>
            <a:r>
              <a:rPr lang="en-US" sz="3200" dirty="0" err="1"/>
              <a:t>nama</a:t>
            </a:r>
            <a:r>
              <a:rPr lang="en-US" sz="3200" dirty="0"/>
              <a:t> </a:t>
            </a:r>
            <a:r>
              <a:rPr lang="en-US" sz="3200" dirty="0" err="1"/>
              <a:t>penulis</a:t>
            </a:r>
            <a:r>
              <a:rPr lang="en-US" sz="3200" dirty="0"/>
              <a:t> yang complain</a:t>
            </a:r>
          </a:p>
          <a:p>
            <a:r>
              <a:rPr lang="en-US" sz="3200" dirty="0" err="1"/>
              <a:t>Pemberian</a:t>
            </a:r>
            <a:r>
              <a:rPr lang="en-US" sz="3200" dirty="0"/>
              <a:t> </a:t>
            </a:r>
            <a:r>
              <a:rPr lang="en-US" sz="3200" dirty="0" err="1"/>
              <a:t>informasi</a:t>
            </a:r>
            <a:r>
              <a:rPr lang="en-US" sz="3200" dirty="0"/>
              <a:t> yang </a:t>
            </a:r>
            <a:r>
              <a:rPr lang="en-US" sz="3200" dirty="0" err="1"/>
              <a:t>lebih</a:t>
            </a:r>
            <a:r>
              <a:rPr lang="en-US" sz="3200" dirty="0"/>
              <a:t> </a:t>
            </a:r>
            <a:r>
              <a:rPr lang="en-US" sz="3200" dirty="0" err="1"/>
              <a:t>rinci</a:t>
            </a:r>
            <a:endParaRPr lang="en-US" sz="3200" dirty="0"/>
          </a:p>
          <a:p>
            <a:r>
              <a:rPr lang="en-US" sz="3200" dirty="0" err="1"/>
              <a:t>Permintaan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memperoleh</a:t>
            </a:r>
            <a:r>
              <a:rPr lang="en-US" sz="3200" dirty="0"/>
              <a:t> </a:t>
            </a:r>
            <a:r>
              <a:rPr lang="en-US" sz="3200" dirty="0" err="1"/>
              <a:t>informasi</a:t>
            </a:r>
            <a:r>
              <a:rPr lang="en-US" sz="3200" dirty="0"/>
              <a:t> yang </a:t>
            </a:r>
            <a:r>
              <a:rPr lang="en-US" sz="3200" dirty="0" err="1"/>
              <a:t>lebih</a:t>
            </a:r>
            <a:r>
              <a:rPr lang="en-US" sz="3200" dirty="0"/>
              <a:t> </a:t>
            </a:r>
            <a:r>
              <a:rPr lang="en-US" sz="3200" dirty="0" err="1"/>
              <a:t>lengkap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menangani</a:t>
            </a:r>
            <a:r>
              <a:rPr lang="en-US" sz="3200" dirty="0"/>
              <a:t> </a:t>
            </a:r>
            <a:r>
              <a:rPr lang="en-US" sz="3200" dirty="0" err="1"/>
              <a:t>masalah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7467600" cy="5178552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endParaRPr lang="en-US" sz="3200" dirty="0" smtClean="0"/>
          </a:p>
          <a:p>
            <a:r>
              <a:rPr lang="en-US" sz="3200" dirty="0" err="1" smtClean="0"/>
              <a:t>Ucapan</a:t>
            </a:r>
            <a:r>
              <a:rPr lang="en-US" sz="3200" dirty="0" smtClean="0"/>
              <a:t> </a:t>
            </a:r>
            <a:r>
              <a:rPr lang="en-US" sz="3200" dirty="0" smtClean="0"/>
              <a:t>yang </a:t>
            </a:r>
            <a:r>
              <a:rPr lang="en-US" sz="3200" dirty="0" err="1" smtClean="0"/>
              <a:t>menunjukan</a:t>
            </a:r>
            <a:r>
              <a:rPr lang="en-US" sz="3200" dirty="0" smtClean="0"/>
              <a:t> </a:t>
            </a:r>
            <a:r>
              <a:rPr lang="en-US" sz="3200" dirty="0" err="1" smtClean="0"/>
              <a:t>penghargaan</a:t>
            </a:r>
            <a:r>
              <a:rPr lang="en-US" sz="3200" dirty="0" smtClean="0"/>
              <a:t> </a:t>
            </a:r>
            <a:r>
              <a:rPr lang="en-US" sz="3200" dirty="0" err="1" smtClean="0"/>
              <a:t>dan</a:t>
            </a:r>
            <a:r>
              <a:rPr lang="en-US" sz="3200" dirty="0" smtClean="0"/>
              <a:t> </a:t>
            </a:r>
            <a:r>
              <a:rPr lang="en-US" sz="3200" dirty="0" err="1" smtClean="0"/>
              <a:t>penghormatan</a:t>
            </a:r>
            <a:r>
              <a:rPr lang="en-US" sz="3200" dirty="0" smtClean="0"/>
              <a:t> </a:t>
            </a:r>
            <a:r>
              <a:rPr lang="en-US" sz="3200" dirty="0" err="1" smtClean="0"/>
              <a:t>kepada</a:t>
            </a:r>
            <a:r>
              <a:rPr lang="en-US" sz="3200" dirty="0" smtClean="0"/>
              <a:t> </a:t>
            </a:r>
            <a:r>
              <a:rPr lang="en-US" sz="3200" dirty="0" err="1" smtClean="0"/>
              <a:t>penulis</a:t>
            </a:r>
            <a:r>
              <a:rPr lang="en-US" sz="3200" dirty="0" smtClean="0"/>
              <a:t> </a:t>
            </a:r>
            <a:r>
              <a:rPr lang="en-US" sz="3200" dirty="0" err="1" smtClean="0"/>
              <a:t>surat</a:t>
            </a:r>
            <a:r>
              <a:rPr lang="en-US" sz="3200" dirty="0" smtClean="0"/>
              <a:t> </a:t>
            </a:r>
            <a:r>
              <a:rPr lang="en-US" sz="3200" dirty="0" err="1" smtClean="0"/>
              <a:t>pembaca</a:t>
            </a:r>
            <a:endParaRPr lang="en-US" sz="3200" dirty="0" smtClean="0"/>
          </a:p>
          <a:p>
            <a:r>
              <a:rPr lang="en-US" sz="3200" dirty="0" err="1" smtClean="0"/>
              <a:t>Cantumkan</a:t>
            </a:r>
            <a:r>
              <a:rPr lang="en-US" sz="3200" dirty="0" smtClean="0"/>
              <a:t> </a:t>
            </a:r>
            <a:r>
              <a:rPr lang="en-US" sz="3200" dirty="0" err="1" smtClean="0"/>
              <a:t>nama</a:t>
            </a:r>
            <a:r>
              <a:rPr lang="en-US" sz="3200" dirty="0" smtClean="0"/>
              <a:t> </a:t>
            </a:r>
            <a:r>
              <a:rPr lang="en-US" sz="3200" dirty="0" err="1" smtClean="0"/>
              <a:t>serta</a:t>
            </a:r>
            <a:r>
              <a:rPr lang="en-US" sz="3200" dirty="0" smtClean="0"/>
              <a:t> </a:t>
            </a:r>
            <a:r>
              <a:rPr lang="en-US" sz="3200" dirty="0" err="1" smtClean="0"/>
              <a:t>jabatan</a:t>
            </a:r>
            <a:r>
              <a:rPr lang="en-US" sz="3200" dirty="0" smtClean="0"/>
              <a:t> </a:t>
            </a:r>
            <a:r>
              <a:rPr lang="en-US" sz="3200" dirty="0" err="1" smtClean="0"/>
              <a:t>penanggung</a:t>
            </a:r>
            <a:r>
              <a:rPr lang="en-US" sz="3200" dirty="0" smtClean="0"/>
              <a:t> </a:t>
            </a:r>
            <a:r>
              <a:rPr lang="en-US" sz="3200" dirty="0" err="1" smtClean="0"/>
              <a:t>jawab</a:t>
            </a:r>
            <a:r>
              <a:rPr lang="en-US" sz="3200" dirty="0" smtClean="0"/>
              <a:t> </a:t>
            </a:r>
            <a:r>
              <a:rPr lang="en-US" sz="3200" dirty="0" err="1" smtClean="0"/>
              <a:t>pimpinan</a:t>
            </a:r>
            <a:r>
              <a:rPr lang="en-US" sz="3200" dirty="0" smtClean="0"/>
              <a:t> </a:t>
            </a:r>
            <a:r>
              <a:rPr lang="en-US" sz="3200" dirty="0" err="1" smtClean="0"/>
              <a:t>dari</a:t>
            </a:r>
            <a:r>
              <a:rPr lang="en-US" sz="3200" dirty="0" smtClean="0"/>
              <a:t> </a:t>
            </a:r>
            <a:r>
              <a:rPr lang="en-US" sz="3200" dirty="0" err="1" smtClean="0"/>
              <a:t>perusahaan</a:t>
            </a:r>
            <a:endParaRPr lang="en-US" sz="3200" dirty="0" smtClean="0"/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209</TotalTime>
  <Words>573</Words>
  <Application>Microsoft Office PowerPoint</Application>
  <PresentationFormat>On-screen Show (4:3)</PresentationFormat>
  <Paragraphs>83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Oriel</vt:lpstr>
      <vt:lpstr>LAYANAN PRIMA  DAN  MENGORGANISIR COMPLAIN </vt:lpstr>
      <vt:lpstr>PowerPoint Presentation</vt:lpstr>
      <vt:lpstr>Komplain pelanggan dapat dilakukan melalui :</vt:lpstr>
      <vt:lpstr>Peranan Call Center </vt:lpstr>
      <vt:lpstr>PowerPoint Presentation</vt:lpstr>
      <vt:lpstr>    memberikan pengalaman bagi pelanggan  </vt:lpstr>
      <vt:lpstr>.Aspek Verbal</vt:lpstr>
      <vt:lpstr>Layanan Konsumen Keseharian Melalui Telepon </vt:lpstr>
      <vt:lpstr>PowerPoint Presentation</vt:lpstr>
      <vt:lpstr>2. Layanan Prima dan Mengorganisir Komplain Via Tatap Muka </vt:lpstr>
      <vt:lpstr>Hal-hal yang harus dihindari ketika berbicara </vt:lpstr>
      <vt:lpstr>Langkah dalam menghadapi kritik dari customer adalah :</vt:lpstr>
      <vt:lpstr>Langkah dalam menghadapi Customer marah adalah : </vt:lpstr>
      <vt:lpstr>PowerPoint Presentation</vt:lpstr>
      <vt:lpstr>PowerPoint Presentation</vt:lpstr>
      <vt:lpstr>3. Layanan Prima dan Mengorganisir Komplain Via Surat pembaca </vt:lpstr>
      <vt:lpstr>Membalas Surat Pembaca</vt:lpstr>
      <vt:lpstr>PowerPoint Presentation</vt:lpstr>
      <vt:lpstr>PowerPoint Presentation</vt:lpstr>
      <vt:lpstr>PowerPoint Presentation</vt:lpstr>
    </vt:vector>
  </TitlesOfParts>
  <Company>Grizli777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LAYANAN PRIMA DAN MENGORGANISIR COMPLAIN</dc:title>
  <dc:creator>TOSHIBA</dc:creator>
  <cp:lastModifiedBy>User</cp:lastModifiedBy>
  <cp:revision>17</cp:revision>
  <dcterms:created xsi:type="dcterms:W3CDTF">2014-05-13T05:32:06Z</dcterms:created>
  <dcterms:modified xsi:type="dcterms:W3CDTF">2022-03-14T23:41:02Z</dcterms:modified>
</cp:coreProperties>
</file>
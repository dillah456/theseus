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7" r:id="rId4"/>
    <p:sldId id="286" r:id="rId5"/>
    <p:sldId id="291" r:id="rId6"/>
    <p:sldId id="292" r:id="rId7"/>
    <p:sldId id="293" r:id="rId8"/>
    <p:sldId id="306" r:id="rId9"/>
    <p:sldId id="287" r:id="rId10"/>
    <p:sldId id="308" r:id="rId11"/>
    <p:sldId id="273" r:id="rId12"/>
    <p:sldId id="288" r:id="rId13"/>
    <p:sldId id="307" r:id="rId14"/>
    <p:sldId id="278" r:id="rId15"/>
    <p:sldId id="275" r:id="rId16"/>
    <p:sldId id="276" r:id="rId17"/>
    <p:sldId id="268" r:id="rId18"/>
    <p:sldId id="261" r:id="rId19"/>
    <p:sldId id="269" r:id="rId20"/>
    <p:sldId id="279" r:id="rId21"/>
    <p:sldId id="280" r:id="rId22"/>
    <p:sldId id="281" r:id="rId23"/>
    <p:sldId id="262" r:id="rId24"/>
    <p:sldId id="263" r:id="rId25"/>
    <p:sldId id="270" r:id="rId26"/>
    <p:sldId id="264" r:id="rId27"/>
    <p:sldId id="271" r:id="rId28"/>
    <p:sldId id="265" r:id="rId29"/>
    <p:sldId id="272" r:id="rId30"/>
    <p:sldId id="26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615" autoAdjust="0"/>
  </p:normalViewPr>
  <p:slideViewPr>
    <p:cSldViewPr>
      <p:cViewPr varScale="1">
        <p:scale>
          <a:sx n="43" d="100"/>
          <a:sy n="43" d="100"/>
        </p:scale>
        <p:origin x="-12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9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CB574F98-CAC7-4ADA-8ADA-8B2343D727A4}" type="datetimeFigureOut">
              <a:rPr lang="en-US" smtClean="0"/>
              <a:pPr/>
              <a:t>3/21/2017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4BFABEB-7C54-44AC-8470-EFA56DC25B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susianty.files.wordpress.com/2010/09/lr_fan2011912.jp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id.wikipedia.org/wiki/Komunikas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id.wikipedia.org/wiki/Berkas:Transactional_comm_model.jp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ETIKA KOMUNIKASI DALAM LAYANAN PRIMA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PRODI PKK 2014</a:t>
            </a:r>
            <a:endParaRPr lang="en-US" dirty="0"/>
          </a:p>
        </p:txBody>
      </p:sp>
      <p:pic>
        <p:nvPicPr>
          <p:cNvPr id="4" name="yui_3_10_0_1_1423389803583_970" descr="http://www.gbika.org/site/media/2014/03/Communication-Talk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0"/>
            <a:ext cx="58007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susianty.files.wordpress.com/2010/09/lr_fan2011912.jpg?w=300&amp;h=200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" y="1676400"/>
            <a:ext cx="7391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153400" cy="6858000"/>
          </a:xfrm>
          <a:blipFill>
            <a:blip r:embed="rId2"/>
            <a:tile tx="0" ty="0" sx="100000" sy="100000" flip="none" algn="tl"/>
          </a:blip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endParaRPr lang="en-US" sz="3000" b="1" dirty="0" smtClean="0"/>
          </a:p>
          <a:p>
            <a:r>
              <a:rPr lang="en-US" sz="3200" b="1" dirty="0" smtClean="0"/>
              <a:t>Cara </a:t>
            </a:r>
            <a:r>
              <a:rPr lang="en-US" sz="3200" b="1" dirty="0" err="1" smtClean="0"/>
              <a:t>Melayani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Konsumen</a:t>
            </a:r>
            <a:r>
              <a:rPr lang="en-US" sz="3200" b="1" dirty="0" smtClean="0"/>
              <a:t> </a:t>
            </a:r>
            <a:r>
              <a:rPr lang="en-US" sz="3200" dirty="0" smtClean="0"/>
              <a:t>:</a:t>
            </a:r>
          </a:p>
          <a:p>
            <a:r>
              <a:rPr lang="en-US" sz="3200" dirty="0" err="1" smtClean="0"/>
              <a:t>Ada</a:t>
            </a:r>
            <a:r>
              <a:rPr lang="en-US" sz="3200" dirty="0" smtClean="0"/>
              <a:t> </a:t>
            </a:r>
            <a:r>
              <a:rPr lang="en-US" sz="3200" dirty="0" err="1"/>
              <a:t>dua</a:t>
            </a:r>
            <a:r>
              <a:rPr lang="en-US" sz="3200" dirty="0"/>
              <a:t> </a:t>
            </a:r>
            <a:r>
              <a:rPr lang="en-US" sz="3200" dirty="0" err="1"/>
              <a:t>hal</a:t>
            </a:r>
            <a:r>
              <a:rPr lang="en-US" sz="3200" dirty="0"/>
              <a:t> </a:t>
            </a:r>
            <a:r>
              <a:rPr lang="en-US" sz="3200" dirty="0" err="1"/>
              <a:t>terpenting</a:t>
            </a:r>
            <a:r>
              <a:rPr lang="en-US" sz="3200" dirty="0"/>
              <a:t> </a:t>
            </a:r>
            <a:r>
              <a:rPr lang="en-US" sz="3200" dirty="0" err="1"/>
              <a:t>saat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melayani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, </a:t>
            </a:r>
            <a:r>
              <a:rPr lang="en-US" sz="3200" dirty="0" err="1"/>
              <a:t>yaitu</a:t>
            </a:r>
            <a:r>
              <a:rPr lang="en-US" sz="3200" dirty="0"/>
              <a:t> </a:t>
            </a:r>
            <a:r>
              <a:rPr lang="en-US" sz="3200" b="1" dirty="0" err="1"/>
              <a:t>komunikasi</a:t>
            </a:r>
            <a:r>
              <a:rPr lang="en-US" sz="3200" b="1" dirty="0"/>
              <a:t> </a:t>
            </a:r>
            <a:r>
              <a:rPr lang="en-US" sz="3200" b="1" dirty="0" err="1"/>
              <a:t>dan</a:t>
            </a:r>
            <a:r>
              <a:rPr lang="en-US" sz="3200" b="1" dirty="0"/>
              <a:t> </a:t>
            </a:r>
            <a:r>
              <a:rPr lang="en-US" sz="3200" b="1" dirty="0" err="1"/>
              <a:t>pelayanan</a:t>
            </a:r>
            <a:r>
              <a:rPr lang="en-US" sz="3200" b="1" dirty="0"/>
              <a:t> prima</a:t>
            </a:r>
            <a:r>
              <a:rPr lang="en-US" sz="3200" dirty="0"/>
              <a:t>.  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b="1" i="1" dirty="0" err="1" smtClean="0"/>
              <a:t>Komunikasi</a:t>
            </a:r>
            <a:r>
              <a:rPr lang="en-US" sz="3200" b="1" i="1" dirty="0" smtClean="0"/>
              <a:t> </a:t>
            </a:r>
            <a:r>
              <a:rPr lang="en-US" sz="3200" b="1" i="1" dirty="0"/>
              <a:t>yang </a:t>
            </a:r>
            <a:r>
              <a:rPr lang="en-US" sz="3200" b="1" i="1" dirty="0" err="1"/>
              <a:t>bijak</a:t>
            </a:r>
            <a:r>
              <a:rPr lang="en-US" sz="3200" b="1" i="1" dirty="0"/>
              <a:t> </a:t>
            </a:r>
            <a:r>
              <a:rPr lang="en-US" sz="3200" b="1" i="1" dirty="0" err="1"/>
              <a:t>adalah</a:t>
            </a:r>
            <a:r>
              <a:rPr lang="en-US" sz="3200" b="1" i="1" dirty="0"/>
              <a:t> </a:t>
            </a:r>
            <a:r>
              <a:rPr lang="en-US" sz="3200" b="1" i="1" dirty="0" err="1"/>
              <a:t>seperti</a:t>
            </a:r>
            <a:r>
              <a:rPr lang="en-US" sz="3200" b="1" i="1" dirty="0"/>
              <a:t> </a:t>
            </a:r>
            <a:r>
              <a:rPr lang="en-US" sz="3200" b="1" i="1" dirty="0" err="1"/>
              <a:t>darah</a:t>
            </a:r>
            <a:r>
              <a:rPr lang="en-US" sz="3200" b="1" i="1" dirty="0"/>
              <a:t> </a:t>
            </a:r>
            <a:r>
              <a:rPr lang="en-US" sz="3200" b="1" i="1" dirty="0" err="1"/>
              <a:t>bagi</a:t>
            </a:r>
            <a:r>
              <a:rPr lang="en-US" sz="3200" b="1" i="1" dirty="0"/>
              <a:t> </a:t>
            </a:r>
            <a:r>
              <a:rPr lang="en-US" sz="3200" b="1" i="1" dirty="0" err="1"/>
              <a:t>sistem</a:t>
            </a:r>
            <a:r>
              <a:rPr lang="en-US" sz="3200" b="1" i="1" dirty="0"/>
              <a:t> </a:t>
            </a:r>
            <a:r>
              <a:rPr lang="en-US" sz="3200" b="1" i="1" dirty="0" err="1"/>
              <a:t>pelayanan</a:t>
            </a:r>
            <a:r>
              <a:rPr lang="en-US" sz="3200" b="1" i="1" dirty="0"/>
              <a:t> </a:t>
            </a:r>
            <a:r>
              <a:rPr lang="en-US" sz="3200" b="1" i="1" dirty="0" err="1"/>
              <a:t>organisasi</a:t>
            </a:r>
            <a:r>
              <a:rPr lang="en-US" sz="3200" b="1" i="1" dirty="0"/>
              <a:t>, </a:t>
            </a:r>
            <a:r>
              <a:rPr lang="en-US" sz="3200" b="1" i="1" dirty="0" err="1"/>
              <a:t>sedangkan</a:t>
            </a:r>
            <a:r>
              <a:rPr lang="en-US" sz="3200" b="1" i="1" dirty="0"/>
              <a:t> </a:t>
            </a:r>
            <a:r>
              <a:rPr lang="en-US" sz="3200" b="1" i="1" dirty="0" err="1"/>
              <a:t>pelayanan</a:t>
            </a:r>
            <a:r>
              <a:rPr lang="en-US" sz="3200" b="1" i="1" dirty="0"/>
              <a:t> prima yang </a:t>
            </a:r>
            <a:r>
              <a:rPr lang="en-US" sz="3200" b="1" i="1" dirty="0" err="1"/>
              <a:t>berkualitas</a:t>
            </a:r>
            <a:r>
              <a:rPr lang="en-US" sz="3200" b="1" i="1" dirty="0"/>
              <a:t> </a:t>
            </a:r>
            <a:r>
              <a:rPr lang="en-US" sz="3200" b="1" i="1" dirty="0" err="1"/>
              <a:t>adalah</a:t>
            </a:r>
            <a:r>
              <a:rPr lang="en-US" sz="3200" b="1" i="1" dirty="0"/>
              <a:t> </a:t>
            </a:r>
            <a:r>
              <a:rPr lang="en-US" sz="3200" b="1" i="1" dirty="0" err="1"/>
              <a:t>seperti</a:t>
            </a:r>
            <a:r>
              <a:rPr lang="en-US" sz="3200" b="1" i="1" dirty="0"/>
              <a:t> </a:t>
            </a:r>
            <a:r>
              <a:rPr lang="en-US" sz="3200" b="1" i="1" dirty="0" err="1"/>
              <a:t>zat-zat</a:t>
            </a:r>
            <a:r>
              <a:rPr lang="en-US" sz="3200" b="1" i="1" dirty="0"/>
              <a:t> </a:t>
            </a:r>
            <a:r>
              <a:rPr lang="en-US" sz="3200" b="1" i="1" dirty="0" err="1"/>
              <a:t>terpenting</a:t>
            </a:r>
            <a:r>
              <a:rPr lang="en-US" sz="3200" b="1" i="1" dirty="0"/>
              <a:t> </a:t>
            </a:r>
            <a:r>
              <a:rPr lang="en-US" sz="3200" b="1" i="1" dirty="0" err="1"/>
              <a:t>untuk</a:t>
            </a:r>
            <a:r>
              <a:rPr lang="en-US" sz="3200" b="1" i="1" dirty="0"/>
              <a:t> </a:t>
            </a:r>
            <a:r>
              <a:rPr lang="en-US" sz="3200" b="1" i="1" dirty="0" err="1"/>
              <a:t>kesehatan</a:t>
            </a:r>
            <a:r>
              <a:rPr lang="en-US" sz="3200" b="1" i="1" dirty="0"/>
              <a:t> </a:t>
            </a:r>
            <a:r>
              <a:rPr lang="en-US" sz="3200" b="1" i="1" dirty="0" err="1"/>
              <a:t>sistem</a:t>
            </a:r>
            <a:r>
              <a:rPr lang="en-US" sz="3200" b="1" i="1" dirty="0"/>
              <a:t> </a:t>
            </a:r>
            <a:r>
              <a:rPr lang="en-US" sz="3200" b="1" i="1" dirty="0" err="1"/>
              <a:t>organisasi</a:t>
            </a:r>
            <a:r>
              <a:rPr lang="en-US" sz="3200" b="1" i="1" dirty="0"/>
              <a:t>. </a:t>
            </a:r>
            <a:endParaRPr lang="en-US" sz="3200" b="1" i="1" dirty="0" smtClean="0"/>
          </a:p>
          <a:p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id-ID" sz="3200" dirty="0" smtClean="0"/>
              <a:t>Komunikasi adalah "suatu </a:t>
            </a:r>
            <a:r>
              <a:rPr lang="en-US" sz="3200" dirty="0" err="1" smtClean="0"/>
              <a:t>proses</a:t>
            </a:r>
            <a:r>
              <a:rPr lang="en-US" sz="3200" dirty="0" smtClean="0"/>
              <a:t> </a:t>
            </a:r>
            <a:r>
              <a:rPr lang="id-ID" sz="3200" dirty="0" smtClean="0"/>
              <a:t> d</a:t>
            </a:r>
            <a:r>
              <a:rPr lang="en-US" sz="3200" dirty="0" err="1" smtClean="0"/>
              <a:t>i</a:t>
            </a:r>
            <a:r>
              <a:rPr lang="id-ID" sz="3200" dirty="0" smtClean="0"/>
              <a:t>mana seseorang atau beberapa orang, </a:t>
            </a:r>
            <a:r>
              <a:rPr lang="en-US" sz="3200" dirty="0" err="1" smtClean="0"/>
              <a:t>kelompok</a:t>
            </a:r>
            <a:r>
              <a:rPr lang="en-US" sz="3200" dirty="0" smtClean="0"/>
              <a:t> , </a:t>
            </a:r>
            <a:r>
              <a:rPr lang="en-US" sz="3200" dirty="0" err="1" smtClean="0"/>
              <a:t>organisasi</a:t>
            </a:r>
            <a:r>
              <a:rPr lang="en-US" sz="3200" dirty="0" smtClean="0"/>
              <a:t> </a:t>
            </a:r>
            <a:r>
              <a:rPr lang="id-ID" sz="3200" dirty="0" smtClean="0"/>
              <a:t>, dan </a:t>
            </a:r>
            <a:r>
              <a:rPr lang="en-US" sz="3200" dirty="0" err="1" smtClean="0"/>
              <a:t>masyarakat</a:t>
            </a:r>
            <a:r>
              <a:rPr lang="en-US" sz="3200" dirty="0" smtClean="0"/>
              <a:t> </a:t>
            </a:r>
            <a:r>
              <a:rPr lang="id-ID" sz="3200" dirty="0" smtClean="0"/>
              <a:t> menciptakan, dan menggunakan </a:t>
            </a:r>
            <a:r>
              <a:rPr lang="en-US" sz="3200" dirty="0" err="1" smtClean="0"/>
              <a:t>informasi</a:t>
            </a:r>
            <a:r>
              <a:rPr lang="en-US" sz="3200" dirty="0" smtClean="0"/>
              <a:t> </a:t>
            </a:r>
            <a:r>
              <a:rPr lang="id-ID" sz="3200" dirty="0" smtClean="0"/>
              <a:t> agar terhubung dengan </a:t>
            </a:r>
            <a:r>
              <a:rPr lang="en-US" sz="3200" dirty="0" err="1" smtClean="0"/>
              <a:t>lingkungan</a:t>
            </a:r>
            <a:r>
              <a:rPr lang="en-US" sz="3200" dirty="0" smtClean="0"/>
              <a:t> </a:t>
            </a:r>
            <a:r>
              <a:rPr lang="id-ID" sz="3200" dirty="0" smtClean="0"/>
              <a:t> dan orang lain</a:t>
            </a:r>
            <a:r>
              <a:rPr lang="id-ID" sz="3200" dirty="0" smtClean="0">
                <a:hlinkClick r:id="rId2"/>
              </a:rPr>
              <a:t>”</a:t>
            </a:r>
            <a:endParaRPr lang="en-US" sz="3200" dirty="0" smtClean="0"/>
          </a:p>
          <a:p>
            <a:pPr algn="ctr"/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 smtClean="0"/>
              <a:t>Secara</a:t>
            </a:r>
            <a:r>
              <a:rPr lang="en-US" sz="3600" dirty="0" smtClean="0"/>
              <a:t> </a:t>
            </a:r>
            <a:r>
              <a:rPr lang="id-ID" sz="3600" dirty="0" smtClean="0"/>
              <a:t>t</a:t>
            </a:r>
            <a:r>
              <a:rPr lang="en-US" sz="3600" dirty="0" err="1" smtClean="0"/>
              <a:t>erminologis</a:t>
            </a:r>
            <a:r>
              <a:rPr lang="en-US" sz="3600" dirty="0" smtClean="0"/>
              <a:t> </a:t>
            </a:r>
            <a:r>
              <a:rPr lang="en-US" sz="3600" dirty="0" err="1" smtClean="0"/>
              <a:t>komunikasi</a:t>
            </a:r>
            <a:r>
              <a:rPr lang="en-US" sz="3600" dirty="0" smtClean="0"/>
              <a:t> </a:t>
            </a:r>
            <a:r>
              <a:rPr lang="en-US" sz="3600" dirty="0" err="1" smtClean="0"/>
              <a:t>proses</a:t>
            </a:r>
            <a:r>
              <a:rPr lang="en-US" sz="3600" dirty="0" smtClean="0"/>
              <a:t> </a:t>
            </a:r>
            <a:r>
              <a:rPr lang="en-US" sz="3600" dirty="0" err="1" smtClean="0"/>
              <a:t>penyampaian</a:t>
            </a:r>
            <a:r>
              <a:rPr lang="en-US" sz="3600" dirty="0" smtClean="0"/>
              <a:t> </a:t>
            </a:r>
            <a:r>
              <a:rPr lang="en-US" sz="3600" dirty="0" err="1" smtClean="0"/>
              <a:t>suatu</a:t>
            </a:r>
            <a:r>
              <a:rPr lang="en-US" sz="3600" dirty="0" smtClean="0"/>
              <a:t> </a:t>
            </a:r>
            <a:r>
              <a:rPr lang="en-US" sz="3600" dirty="0" err="1" smtClean="0"/>
              <a:t>pernyataan</a:t>
            </a:r>
            <a:r>
              <a:rPr lang="en-US" sz="3600" dirty="0" smtClean="0"/>
              <a:t>  </a:t>
            </a:r>
            <a:r>
              <a:rPr lang="en-US" sz="3600" dirty="0" err="1" smtClean="0"/>
              <a:t>atau</a:t>
            </a:r>
            <a:r>
              <a:rPr lang="en-US" sz="3600" dirty="0" smtClean="0"/>
              <a:t>  </a:t>
            </a:r>
            <a:r>
              <a:rPr lang="en-US" sz="3600" dirty="0" err="1" smtClean="0"/>
              <a:t>pesan</a:t>
            </a:r>
            <a:r>
              <a:rPr lang="en-US" sz="3600" dirty="0" smtClean="0"/>
              <a:t> </a:t>
            </a:r>
            <a:r>
              <a:rPr lang="en-US" sz="3600" dirty="0" err="1" smtClean="0"/>
              <a:t>kepada</a:t>
            </a:r>
            <a:r>
              <a:rPr lang="en-US" sz="3600" dirty="0" smtClean="0"/>
              <a:t> </a:t>
            </a:r>
            <a:r>
              <a:rPr lang="en-US" sz="3600" dirty="0" err="1" smtClean="0"/>
              <a:t>penerima</a:t>
            </a:r>
            <a:r>
              <a:rPr lang="en-US" sz="3600" dirty="0" smtClean="0"/>
              <a:t> </a:t>
            </a:r>
            <a:r>
              <a:rPr lang="en-US" sz="3600" dirty="0" err="1" smtClean="0"/>
              <a:t>pesan</a:t>
            </a:r>
            <a:r>
              <a:rPr lang="en-US" sz="3600" dirty="0" smtClean="0"/>
              <a:t> agar </a:t>
            </a:r>
            <a:r>
              <a:rPr lang="en-US" sz="3600" dirty="0" err="1" smtClean="0"/>
              <a:t>dapat</a:t>
            </a:r>
            <a:r>
              <a:rPr lang="en-US" sz="3600" dirty="0" smtClean="0"/>
              <a:t> </a:t>
            </a:r>
            <a:r>
              <a:rPr lang="en-US" sz="3600" dirty="0" err="1" smtClean="0"/>
              <a:t>dimengerti</a:t>
            </a:r>
            <a:r>
              <a:rPr lang="en-US" sz="3600" dirty="0" smtClean="0"/>
              <a:t> </a:t>
            </a:r>
            <a:r>
              <a:rPr lang="en-US" sz="3600" dirty="0" err="1" smtClean="0"/>
              <a:t>dan</a:t>
            </a:r>
            <a:r>
              <a:rPr lang="en-US" sz="3600" dirty="0" smtClean="0"/>
              <a:t> </a:t>
            </a:r>
            <a:r>
              <a:rPr lang="en-US" sz="3600" dirty="0" err="1" smtClean="0"/>
              <a:t>dilaksanakan</a:t>
            </a:r>
            <a:r>
              <a:rPr lang="en-US" sz="3600" dirty="0" smtClean="0"/>
              <a:t> </a:t>
            </a:r>
            <a:r>
              <a:rPr lang="en-US" sz="3600" dirty="0" err="1" smtClean="0"/>
              <a:t>sesuai</a:t>
            </a:r>
            <a:r>
              <a:rPr lang="en-US" sz="3600" dirty="0" smtClean="0"/>
              <a:t> </a:t>
            </a:r>
            <a:r>
              <a:rPr lang="en-US" sz="3600" dirty="0" err="1" smtClean="0"/>
              <a:t>isi</a:t>
            </a:r>
            <a:r>
              <a:rPr lang="en-US" sz="3600" dirty="0" smtClean="0"/>
              <a:t> </a:t>
            </a:r>
            <a:r>
              <a:rPr lang="en-US" sz="3600" dirty="0" err="1" smtClean="0"/>
              <a:t>pesannya</a:t>
            </a:r>
            <a:endParaRPr lang="en-US" sz="3600" dirty="0" smtClean="0"/>
          </a:p>
          <a:p>
            <a:pPr algn="ctr"/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838200"/>
            <a:ext cx="8763000" cy="5635752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4000" dirty="0" err="1" smtClean="0"/>
              <a:t>Dalam</a:t>
            </a:r>
            <a:r>
              <a:rPr lang="en-US" sz="4000" dirty="0" smtClean="0"/>
              <a:t> </a:t>
            </a:r>
            <a:r>
              <a:rPr lang="en-US" sz="4000" dirty="0" err="1" smtClean="0"/>
              <a:t>terminologi</a:t>
            </a:r>
            <a:r>
              <a:rPr lang="en-US" sz="4000" dirty="0" smtClean="0"/>
              <a:t> yang lain </a:t>
            </a:r>
            <a:r>
              <a:rPr lang="en-US" sz="4000" dirty="0" err="1" smtClean="0"/>
              <a:t>komunikasi</a:t>
            </a:r>
            <a:r>
              <a:rPr lang="en-US" sz="4000" dirty="0" smtClean="0"/>
              <a:t> </a:t>
            </a:r>
            <a:r>
              <a:rPr lang="en-US" sz="4000" dirty="0" err="1" smtClean="0"/>
              <a:t>dapat</a:t>
            </a:r>
            <a:r>
              <a:rPr lang="en-US" sz="4000" dirty="0" smtClean="0"/>
              <a:t> </a:t>
            </a:r>
            <a:r>
              <a:rPr lang="en-US" sz="4000" dirty="0" err="1" smtClean="0"/>
              <a:t>dipandang</a:t>
            </a:r>
            <a:r>
              <a:rPr lang="en-US" sz="4000" dirty="0" smtClean="0"/>
              <a:t> </a:t>
            </a:r>
            <a:r>
              <a:rPr lang="en-US" sz="4000" dirty="0" err="1" smtClean="0"/>
              <a:t>sebagai</a:t>
            </a:r>
            <a:r>
              <a:rPr lang="en-US" sz="4000" dirty="0" smtClean="0"/>
              <a:t> </a:t>
            </a:r>
            <a:r>
              <a:rPr lang="en-US" sz="4000" dirty="0" err="1" smtClean="0"/>
              <a:t>proses</a:t>
            </a:r>
            <a:r>
              <a:rPr lang="en-US" sz="4000" dirty="0" smtClean="0"/>
              <a:t> </a:t>
            </a:r>
            <a:r>
              <a:rPr lang="en-US" sz="4000" dirty="0" err="1" smtClean="0"/>
              <a:t>penyampaian</a:t>
            </a:r>
            <a:r>
              <a:rPr lang="en-US" sz="4000" dirty="0" smtClean="0"/>
              <a:t> </a:t>
            </a:r>
            <a:r>
              <a:rPr lang="en-US" sz="4000" dirty="0" err="1" smtClean="0"/>
              <a:t>informasi</a:t>
            </a:r>
            <a:r>
              <a:rPr lang="en-US" sz="4000" dirty="0" smtClean="0"/>
              <a:t> </a:t>
            </a:r>
            <a:r>
              <a:rPr lang="en-US" sz="4000" dirty="0" err="1" smtClean="0"/>
              <a:t>dalam</a:t>
            </a:r>
            <a:r>
              <a:rPr lang="en-US" sz="4000" dirty="0" smtClean="0"/>
              <a:t> </a:t>
            </a:r>
            <a:r>
              <a:rPr lang="en-US" sz="4000" dirty="0" err="1" smtClean="0"/>
              <a:t>pengertian</a:t>
            </a:r>
            <a:r>
              <a:rPr lang="en-US" sz="4000" dirty="0" smtClean="0"/>
              <a:t> </a:t>
            </a:r>
            <a:r>
              <a:rPr lang="en-US" sz="4000" dirty="0" err="1" smtClean="0"/>
              <a:t>ini</a:t>
            </a:r>
            <a:r>
              <a:rPr lang="en-US" sz="4000" dirty="0" smtClean="0"/>
              <a:t>, </a:t>
            </a:r>
            <a:r>
              <a:rPr lang="en-US" sz="4000" dirty="0" err="1" smtClean="0"/>
              <a:t>keberhasilan</a:t>
            </a:r>
            <a:r>
              <a:rPr lang="en-US" sz="4000" dirty="0" smtClean="0"/>
              <a:t> </a:t>
            </a:r>
            <a:r>
              <a:rPr lang="en-US" sz="4000" dirty="0" err="1" smtClean="0"/>
              <a:t>komunikasi</a:t>
            </a:r>
            <a:r>
              <a:rPr lang="en-US" sz="4000" dirty="0" smtClean="0"/>
              <a:t> </a:t>
            </a:r>
            <a:r>
              <a:rPr lang="en-US" sz="4000" dirty="0" err="1" smtClean="0"/>
              <a:t>sangat</a:t>
            </a:r>
            <a:r>
              <a:rPr lang="en-US" sz="4000" dirty="0" smtClean="0"/>
              <a:t> </a:t>
            </a:r>
            <a:r>
              <a:rPr lang="en-US" sz="4000" dirty="0" err="1" smtClean="0"/>
              <a:t>tergantung</a:t>
            </a:r>
            <a:r>
              <a:rPr lang="en-US" sz="4000" dirty="0" smtClean="0"/>
              <a:t> </a:t>
            </a:r>
            <a:r>
              <a:rPr lang="en-US" sz="4000" dirty="0" err="1" smtClean="0"/>
              <a:t>dari</a:t>
            </a:r>
            <a:r>
              <a:rPr lang="en-US" sz="4000" dirty="0" smtClean="0"/>
              <a:t> </a:t>
            </a:r>
            <a:r>
              <a:rPr lang="en-US" sz="4000" dirty="0" err="1" smtClean="0"/>
              <a:t>penguasaan</a:t>
            </a:r>
            <a:r>
              <a:rPr lang="en-US" sz="4000" dirty="0" smtClean="0"/>
              <a:t> </a:t>
            </a:r>
            <a:r>
              <a:rPr lang="en-US" sz="4000" dirty="0" err="1" smtClean="0"/>
              <a:t>materi</a:t>
            </a:r>
            <a:r>
              <a:rPr lang="en-US" sz="4000" dirty="0" smtClean="0"/>
              <a:t> </a:t>
            </a:r>
            <a:r>
              <a:rPr lang="en-US" sz="4000" dirty="0" err="1" smtClean="0"/>
              <a:t>dan</a:t>
            </a:r>
            <a:r>
              <a:rPr lang="en-US" sz="4000" dirty="0" smtClean="0"/>
              <a:t> </a:t>
            </a:r>
            <a:r>
              <a:rPr lang="en-US" sz="4000" dirty="0" err="1" smtClean="0"/>
              <a:t>pengaturan</a:t>
            </a:r>
            <a:r>
              <a:rPr lang="en-US" sz="4000" dirty="0" smtClean="0"/>
              <a:t> </a:t>
            </a:r>
            <a:r>
              <a:rPr lang="en-US" sz="4000" dirty="0" err="1" smtClean="0"/>
              <a:t>cara-cara</a:t>
            </a:r>
            <a:r>
              <a:rPr lang="en-US" sz="4000" dirty="0" smtClean="0"/>
              <a:t> </a:t>
            </a:r>
            <a:r>
              <a:rPr lang="en-US" sz="4000" dirty="0" err="1" smtClean="0"/>
              <a:t>penyampaiannya</a:t>
            </a:r>
            <a:r>
              <a:rPr lang="en-US" sz="4000" dirty="0" smtClean="0"/>
              <a:t>. </a:t>
            </a:r>
            <a:endParaRPr lang="en-US" sz="4000" dirty="0" smtClean="0"/>
          </a:p>
          <a:p>
            <a:pPr algn="ctr"/>
            <a:r>
              <a:rPr lang="en-US" sz="4000" dirty="0" err="1" smtClean="0"/>
              <a:t>Sedangkan</a:t>
            </a:r>
            <a:r>
              <a:rPr lang="en-US" sz="4000" dirty="0" smtClean="0"/>
              <a:t> </a:t>
            </a:r>
            <a:r>
              <a:rPr lang="en-US" sz="4000" dirty="0" err="1" smtClean="0"/>
              <a:t>pengirim</a:t>
            </a:r>
            <a:r>
              <a:rPr lang="en-US" sz="4000" dirty="0" smtClean="0"/>
              <a:t> </a:t>
            </a:r>
            <a:r>
              <a:rPr lang="en-US" sz="4000" dirty="0" err="1" smtClean="0"/>
              <a:t>dan</a:t>
            </a:r>
            <a:r>
              <a:rPr lang="en-US" sz="4000" dirty="0" smtClean="0"/>
              <a:t> </a:t>
            </a:r>
            <a:r>
              <a:rPr lang="en-US" sz="4000" dirty="0" err="1" smtClean="0"/>
              <a:t>penerima</a:t>
            </a:r>
            <a:r>
              <a:rPr lang="en-US" sz="4000" dirty="0" smtClean="0"/>
              <a:t> </a:t>
            </a:r>
            <a:r>
              <a:rPr lang="en-US" sz="4000" dirty="0" err="1" smtClean="0"/>
              <a:t>pesan</a:t>
            </a:r>
            <a:r>
              <a:rPr lang="en-US" sz="4000" dirty="0" smtClean="0"/>
              <a:t> </a:t>
            </a:r>
            <a:r>
              <a:rPr lang="en-US" sz="4000" dirty="0" err="1" smtClean="0"/>
              <a:t>bukan</a:t>
            </a:r>
            <a:r>
              <a:rPr lang="en-US" sz="4000" dirty="0" smtClean="0"/>
              <a:t> </a:t>
            </a:r>
            <a:r>
              <a:rPr lang="en-US" sz="4000" dirty="0" err="1" smtClean="0"/>
              <a:t>merupakan</a:t>
            </a:r>
            <a:r>
              <a:rPr lang="en-US" sz="4000" dirty="0" smtClean="0"/>
              <a:t> </a:t>
            </a:r>
            <a:r>
              <a:rPr lang="en-US" sz="4000" dirty="0" err="1" smtClean="0"/>
              <a:t>komponen</a:t>
            </a:r>
            <a:r>
              <a:rPr lang="en-US" sz="4000" dirty="0" smtClean="0"/>
              <a:t> yang </a:t>
            </a:r>
            <a:r>
              <a:rPr lang="en-US" sz="4000" dirty="0" err="1" smtClean="0"/>
              <a:t>menentukan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7467600" cy="4495800"/>
          </a:xfrm>
        </p:spPr>
        <p:txBody>
          <a:bodyPr>
            <a:noAutofit/>
          </a:bodyPr>
          <a:lstStyle/>
          <a:p>
            <a:pPr algn="ctr"/>
            <a:endParaRPr lang="en-US" sz="4400" baseline="30000" dirty="0" smtClean="0">
              <a:latin typeface="Arial Rounded MT Bold" pitchFamily="34" charset="0"/>
            </a:endParaRPr>
          </a:p>
          <a:p>
            <a:pPr algn="ctr"/>
            <a:r>
              <a:rPr lang="en-US" sz="4400" baseline="30000" dirty="0" err="1" smtClean="0">
                <a:latin typeface="Arial Rounded MT Bold" pitchFamily="34" charset="0"/>
              </a:rPr>
              <a:t>Komunikasi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adalah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proses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penyampaian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gagasan,harapan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dan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pesan</a:t>
            </a:r>
            <a:r>
              <a:rPr lang="en-US" sz="4400" baseline="30000" dirty="0" smtClean="0">
                <a:latin typeface="Arial Rounded MT Bold" pitchFamily="34" charset="0"/>
              </a:rPr>
              <a:t> yang </a:t>
            </a:r>
            <a:r>
              <a:rPr lang="en-US" sz="4400" baseline="30000" dirty="0" err="1" smtClean="0">
                <a:latin typeface="Arial Rounded MT Bold" pitchFamily="34" charset="0"/>
              </a:rPr>
              <a:t>disampaikan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melalui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lambang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tertentu</a:t>
            </a:r>
            <a:r>
              <a:rPr lang="en-US" sz="4400" baseline="30000" dirty="0" smtClean="0">
                <a:latin typeface="Arial Rounded MT Bold" pitchFamily="34" charset="0"/>
              </a:rPr>
              <a:t> yang </a:t>
            </a:r>
            <a:r>
              <a:rPr lang="en-US" sz="4400" baseline="30000" dirty="0" err="1" smtClean="0">
                <a:latin typeface="Arial Rounded MT Bold" pitchFamily="34" charset="0"/>
              </a:rPr>
              <a:t>mengandung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arti</a:t>
            </a:r>
            <a:r>
              <a:rPr lang="en-US" sz="4400" baseline="30000" dirty="0" smtClean="0">
                <a:latin typeface="Arial Rounded MT Bold" pitchFamily="34" charset="0"/>
              </a:rPr>
              <a:t> , </a:t>
            </a:r>
            <a:r>
              <a:rPr lang="en-US" sz="4400" baseline="30000" dirty="0" err="1" smtClean="0">
                <a:latin typeface="Arial Rounded MT Bold" pitchFamily="34" charset="0"/>
              </a:rPr>
              <a:t>dilakukan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oleh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penyampai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pesan</a:t>
            </a:r>
            <a:r>
              <a:rPr lang="en-US" sz="4400" baseline="30000" dirty="0" smtClean="0">
                <a:latin typeface="Arial Rounded MT Bold" pitchFamily="34" charset="0"/>
              </a:rPr>
              <a:t> (</a:t>
            </a:r>
            <a:r>
              <a:rPr lang="en-US" sz="4400" baseline="30000" dirty="0" err="1" smtClean="0">
                <a:latin typeface="Arial Rounded MT Bold" pitchFamily="34" charset="0"/>
              </a:rPr>
              <a:t>sumber</a:t>
            </a:r>
            <a:r>
              <a:rPr lang="en-US" sz="4400" baseline="30000" dirty="0" smtClean="0">
                <a:latin typeface="Arial Rounded MT Bold" pitchFamily="34" charset="0"/>
              </a:rPr>
              <a:t>, </a:t>
            </a:r>
            <a:r>
              <a:rPr lang="en-US" sz="4400" baseline="30000" dirty="0" err="1" smtClean="0">
                <a:latin typeface="Arial Rounded MT Bold" pitchFamily="34" charset="0"/>
              </a:rPr>
              <a:t>komunikator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sendiri</a:t>
            </a:r>
            <a:r>
              <a:rPr lang="en-US" sz="4400" baseline="30000" dirty="0" smtClean="0">
                <a:latin typeface="Arial Rounded MT Bold" pitchFamily="34" charset="0"/>
              </a:rPr>
              <a:t>) </a:t>
            </a:r>
            <a:r>
              <a:rPr lang="en-US" sz="4400" baseline="30000" dirty="0" err="1" smtClean="0">
                <a:latin typeface="Arial Rounded MT Bold" pitchFamily="34" charset="0"/>
              </a:rPr>
              <a:t>ditujukan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kepada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penerima</a:t>
            </a:r>
            <a:r>
              <a:rPr lang="en-US" sz="4400" baseline="30000" dirty="0" smtClean="0">
                <a:latin typeface="Arial Rounded MT Bold" pitchFamily="34" charset="0"/>
              </a:rPr>
              <a:t> </a:t>
            </a:r>
            <a:r>
              <a:rPr lang="en-US" sz="4400" baseline="30000" dirty="0" err="1" smtClean="0">
                <a:latin typeface="Arial Rounded MT Bold" pitchFamily="34" charset="0"/>
              </a:rPr>
              <a:t>pesan</a:t>
            </a:r>
            <a:r>
              <a:rPr lang="en-US" sz="4400" baseline="30000" dirty="0" smtClean="0">
                <a:latin typeface="Arial Rounded MT Bold" pitchFamily="34" charset="0"/>
              </a:rPr>
              <a:t>(</a:t>
            </a:r>
            <a:r>
              <a:rPr lang="en-US" sz="4400" baseline="30000" dirty="0" err="1" smtClean="0">
                <a:latin typeface="Arial Rounded MT Bold" pitchFamily="34" charset="0"/>
              </a:rPr>
              <a:t>receiver,komunikan</a:t>
            </a:r>
            <a:r>
              <a:rPr lang="en-US" sz="4400" baseline="30000" dirty="0" smtClean="0">
                <a:latin typeface="Arial Rounded MT Bold" pitchFamily="34" charset="0"/>
              </a:rPr>
              <a:t>, audience</a:t>
            </a:r>
            <a:r>
              <a:rPr lang="en-US" sz="4400" baseline="30000" dirty="0" smtClean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://upload.wikimedia.org/wikipedia/commons/thumb/0/0d/Transactional_comm_model.jpg/220px-Transactional_comm_model.jp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04800" y="1447800"/>
            <a:ext cx="7620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id-ID" sz="4000" b="0" cap="none" dirty="0" smtClean="0">
                <a:ln>
                  <a:noFill/>
                </a:ln>
                <a:solidFill>
                  <a:schemeClr val="tx1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Sebuah model komunikasi transaksional</a:t>
            </a:r>
            <a:r>
              <a:rPr lang="id-ID" sz="5400" b="0" cap="none" dirty="0" smtClean="0">
                <a:ln>
                  <a:noFill/>
                </a:ln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id-ID" sz="5400" b="0" cap="none" dirty="0" smtClean="0">
                <a:ln>
                  <a:noFill/>
                </a:ln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600" dirty="0" smtClean="0"/>
          </a:p>
          <a:p>
            <a:pPr algn="ctr"/>
            <a:r>
              <a:rPr lang="id-ID" sz="3600" dirty="0" smtClean="0"/>
              <a:t>Pada umumnya, komunikasi dilakukan secara </a:t>
            </a:r>
            <a:r>
              <a:rPr lang="en-US" sz="3600" dirty="0" err="1" smtClean="0"/>
              <a:t>lisan</a:t>
            </a:r>
            <a:r>
              <a:rPr lang="en-US" sz="3600" dirty="0" smtClean="0"/>
              <a:t>  </a:t>
            </a:r>
            <a:r>
              <a:rPr lang="id-ID" sz="3600" dirty="0" smtClean="0"/>
              <a:t>atau verbal yang dapat dimengerti oleh kedua belah pihak</a:t>
            </a:r>
            <a:endParaRPr lang="en-US" sz="3600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3716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239000" cy="5541336"/>
          </a:xfrm>
        </p:spPr>
        <p:txBody>
          <a:bodyPr>
            <a:normAutofit/>
          </a:bodyPr>
          <a:lstStyle/>
          <a:p>
            <a:r>
              <a:rPr lang="id-ID" sz="3200" dirty="0" smtClean="0"/>
              <a:t>Apabila tidak ada </a:t>
            </a:r>
            <a:r>
              <a:rPr lang="en-US" sz="3200" u="sng" dirty="0" err="1" smtClean="0"/>
              <a:t>bahasa</a:t>
            </a:r>
            <a:r>
              <a:rPr lang="en-US" sz="3200" u="sng" dirty="0" smtClean="0"/>
              <a:t> verbal </a:t>
            </a:r>
            <a:r>
              <a:rPr lang="id-ID" sz="3200" dirty="0" smtClean="0"/>
              <a:t> yang dapat dimengerti oleh keduanya, komunikasi masih dapat dilakukan dengan menggunakan gerak-gerik badan, menunjukkan sikap tertentu, misalnya tersenyum, menggelengkan kepala, mengangkat bahu.</a:t>
            </a:r>
            <a:endParaRPr lang="en-US" sz="3200" baseline="30000" dirty="0" smtClean="0"/>
          </a:p>
          <a:p>
            <a:endParaRPr lang="en-US" sz="3200" baseline="30000" dirty="0" smtClean="0"/>
          </a:p>
          <a:p>
            <a:r>
              <a:rPr lang="id-ID" sz="3200" dirty="0" smtClean="0"/>
              <a:t>Cara seperti ini disebut komunikasi dengan </a:t>
            </a:r>
            <a:r>
              <a:rPr lang="en-US" sz="3200" dirty="0" err="1" smtClean="0"/>
              <a:t>bahasa</a:t>
            </a:r>
            <a:r>
              <a:rPr lang="en-US" sz="3200" dirty="0" smtClean="0"/>
              <a:t> non verbal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7239000" cy="5846136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0" algn="ctr"/>
            <a:endParaRPr lang="en-US" sz="3600" dirty="0" smtClean="0"/>
          </a:p>
          <a:p>
            <a:pPr lvl="0" algn="ctr"/>
            <a:endParaRPr lang="en-US" sz="3600" dirty="0" smtClean="0"/>
          </a:p>
          <a:p>
            <a:pPr lvl="0" algn="ctr"/>
            <a:r>
              <a:rPr lang="en-US" sz="3600" dirty="0" err="1" smtClean="0"/>
              <a:t>Komunikasi</a:t>
            </a:r>
            <a:r>
              <a:rPr lang="en-US" sz="3600" dirty="0" smtClean="0"/>
              <a:t> </a:t>
            </a:r>
            <a:r>
              <a:rPr lang="en-US" sz="3600" dirty="0" err="1" smtClean="0"/>
              <a:t>sangatlah</a:t>
            </a:r>
            <a:r>
              <a:rPr lang="en-US" sz="3600" dirty="0" smtClean="0"/>
              <a:t> </a:t>
            </a:r>
            <a:r>
              <a:rPr lang="en-US" sz="3600" dirty="0" err="1" smtClean="0"/>
              <a:t>penting</a:t>
            </a:r>
            <a:r>
              <a:rPr lang="en-US" sz="3600" dirty="0" smtClean="0"/>
              <a:t> </a:t>
            </a:r>
            <a:r>
              <a:rPr lang="en-US" sz="3600" dirty="0" err="1" smtClean="0"/>
              <a:t>dalam</a:t>
            </a:r>
            <a:r>
              <a:rPr lang="en-US" sz="3600" dirty="0" smtClean="0"/>
              <a:t> </a:t>
            </a:r>
            <a:r>
              <a:rPr lang="en-US" sz="3600" dirty="0" err="1" smtClean="0"/>
              <a:t>menjalin</a:t>
            </a:r>
            <a:r>
              <a:rPr lang="en-US" sz="3600" dirty="0" smtClean="0"/>
              <a:t> </a:t>
            </a:r>
            <a:r>
              <a:rPr lang="en-US" sz="3600" dirty="0" err="1" smtClean="0"/>
              <a:t>dan</a:t>
            </a:r>
            <a:r>
              <a:rPr lang="en-US" sz="3600" dirty="0" smtClean="0"/>
              <a:t> </a:t>
            </a:r>
            <a:r>
              <a:rPr lang="en-US" sz="3600" dirty="0" err="1" smtClean="0"/>
              <a:t>menjaga</a:t>
            </a:r>
            <a:r>
              <a:rPr lang="en-US" sz="3600" dirty="0" smtClean="0"/>
              <a:t> </a:t>
            </a:r>
            <a:r>
              <a:rPr lang="en-US" sz="3600" dirty="0" err="1" smtClean="0"/>
              <a:t>hubungan</a:t>
            </a:r>
            <a:r>
              <a:rPr lang="en-US" sz="3600" dirty="0" smtClean="0"/>
              <a:t> </a:t>
            </a:r>
            <a:r>
              <a:rPr lang="en-US" sz="3600" dirty="0" err="1" smtClean="0"/>
              <a:t>dengan</a:t>
            </a:r>
            <a:r>
              <a:rPr lang="en-US" sz="3600" dirty="0" smtClean="0"/>
              <a:t> </a:t>
            </a:r>
            <a:r>
              <a:rPr lang="en-US" sz="3600" dirty="0" err="1" smtClean="0"/>
              <a:t>seseorang</a:t>
            </a:r>
            <a:r>
              <a:rPr lang="en-US" sz="3600" dirty="0" smtClean="0"/>
              <a:t>. </a:t>
            </a:r>
            <a:br>
              <a:rPr lang="en-US" sz="3600" dirty="0" smtClean="0"/>
            </a:br>
            <a:r>
              <a:rPr lang="en-US" sz="3600" dirty="0" err="1" smtClean="0"/>
              <a:t>Dalam</a:t>
            </a:r>
            <a:r>
              <a:rPr lang="en-US" sz="3600" dirty="0" smtClean="0"/>
              <a:t> </a:t>
            </a:r>
            <a:r>
              <a:rPr lang="en-US" sz="3600" dirty="0" err="1" smtClean="0"/>
              <a:t>setiap</a:t>
            </a:r>
            <a:r>
              <a:rPr lang="en-US" sz="3600" dirty="0" smtClean="0"/>
              <a:t> </a:t>
            </a:r>
            <a:r>
              <a:rPr lang="en-US" sz="3600" dirty="0" err="1" smtClean="0"/>
              <a:t>pembicaraan</a:t>
            </a:r>
            <a:r>
              <a:rPr lang="en-US" sz="3600" dirty="0" smtClean="0"/>
              <a:t> yang </a:t>
            </a:r>
            <a:r>
              <a:rPr lang="en-US" sz="3600" dirty="0" err="1" smtClean="0"/>
              <a:t>kita</a:t>
            </a:r>
            <a:r>
              <a:rPr lang="en-US" sz="3600" dirty="0" smtClean="0"/>
              <a:t> </a:t>
            </a:r>
            <a:r>
              <a:rPr lang="en-US" sz="3600" dirty="0" err="1" smtClean="0"/>
              <a:t>lakukan</a:t>
            </a:r>
            <a:r>
              <a:rPr lang="en-US" sz="3600" dirty="0" smtClean="0"/>
              <a:t> </a:t>
            </a:r>
            <a:r>
              <a:rPr lang="en-US" sz="3600" dirty="0" err="1" smtClean="0"/>
              <a:t>kepada</a:t>
            </a:r>
            <a:r>
              <a:rPr lang="en-US" sz="3600" dirty="0" smtClean="0"/>
              <a:t> </a:t>
            </a:r>
            <a:r>
              <a:rPr lang="en-US" sz="3600" dirty="0" err="1" smtClean="0"/>
              <a:t>lawan</a:t>
            </a:r>
            <a:r>
              <a:rPr lang="en-US" sz="3600" dirty="0" smtClean="0"/>
              <a:t> </a:t>
            </a:r>
            <a:r>
              <a:rPr lang="en-US" sz="3600" dirty="0" err="1" smtClean="0"/>
              <a:t>bicara</a:t>
            </a:r>
            <a:r>
              <a:rPr lang="en-US" sz="3600" dirty="0" smtClean="0"/>
              <a:t>,</a:t>
            </a:r>
          </a:p>
          <a:p>
            <a:pPr lvl="0" algn="ctr"/>
            <a:endParaRPr lang="en-US" sz="36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096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077200" cy="3429000"/>
          </a:xfrm>
        </p:spPr>
        <p:txBody>
          <a:bodyPr>
            <a:normAutofit lnSpcReduction="10000"/>
          </a:bodyPr>
          <a:lstStyle/>
          <a:p>
            <a:pPr lvl="0" algn="ctr"/>
            <a:r>
              <a:rPr lang="en-US" sz="4000" dirty="0" err="1" smtClean="0"/>
              <a:t>Beberapa</a:t>
            </a:r>
            <a:r>
              <a:rPr lang="en-US" sz="4000" dirty="0" smtClean="0"/>
              <a:t> </a:t>
            </a:r>
            <a:r>
              <a:rPr lang="en-US" sz="4000" dirty="0" err="1" smtClean="0"/>
              <a:t>faktor</a:t>
            </a:r>
            <a:r>
              <a:rPr lang="en-US" sz="4000" dirty="0" smtClean="0"/>
              <a:t> </a:t>
            </a:r>
            <a:r>
              <a:rPr lang="en-US" sz="4000" dirty="0" err="1" smtClean="0"/>
              <a:t>yg</a:t>
            </a:r>
            <a:r>
              <a:rPr lang="en-US" sz="4000" dirty="0" smtClean="0"/>
              <a:t> </a:t>
            </a:r>
            <a:r>
              <a:rPr lang="en-US" sz="4000" dirty="0" err="1" smtClean="0"/>
              <a:t>harus</a:t>
            </a:r>
            <a:r>
              <a:rPr lang="en-US" sz="4000" dirty="0" smtClean="0"/>
              <a:t> </a:t>
            </a:r>
            <a:r>
              <a:rPr lang="en-US" sz="4000" dirty="0" err="1" smtClean="0"/>
              <a:t>diperhatikan</a:t>
            </a:r>
            <a:r>
              <a:rPr lang="en-US" sz="4000" dirty="0" smtClean="0"/>
              <a:t> </a:t>
            </a:r>
            <a:r>
              <a:rPr lang="en-US" sz="4000" dirty="0" err="1" smtClean="0"/>
              <a:t>dalam</a:t>
            </a:r>
            <a:r>
              <a:rPr lang="en-US" sz="4000" dirty="0" smtClean="0"/>
              <a:t> </a:t>
            </a:r>
            <a:r>
              <a:rPr lang="en-US" sz="4000" dirty="0" err="1" smtClean="0"/>
              <a:t>etika</a:t>
            </a:r>
            <a:r>
              <a:rPr lang="en-US" sz="4000" dirty="0" smtClean="0"/>
              <a:t> </a:t>
            </a:r>
            <a:r>
              <a:rPr lang="en-US" sz="4000" dirty="0" err="1" smtClean="0"/>
              <a:t>berkomunikasi</a:t>
            </a:r>
            <a:r>
              <a:rPr lang="en-US" sz="4000" dirty="0" smtClean="0"/>
              <a:t> </a:t>
            </a:r>
            <a:r>
              <a:rPr lang="en-US" sz="4000" dirty="0" err="1" smtClean="0"/>
              <a:t>untuk</a:t>
            </a:r>
            <a:r>
              <a:rPr lang="en-US" sz="4000" dirty="0" smtClean="0"/>
              <a:t> </a:t>
            </a:r>
            <a:r>
              <a:rPr lang="en-US" sz="4000" dirty="0" err="1" smtClean="0"/>
              <a:t>menjaga</a:t>
            </a:r>
            <a:r>
              <a:rPr lang="en-US" sz="4000" dirty="0" smtClean="0"/>
              <a:t> </a:t>
            </a:r>
            <a:r>
              <a:rPr lang="en-US" sz="4000" dirty="0" err="1" smtClean="0"/>
              <a:t>perasaan</a:t>
            </a:r>
            <a:r>
              <a:rPr lang="en-US" sz="4000" dirty="0" smtClean="0"/>
              <a:t>, </a:t>
            </a:r>
            <a:r>
              <a:rPr lang="en-US" sz="4000" dirty="0" err="1" smtClean="0"/>
              <a:t>kepercayaan</a:t>
            </a:r>
            <a:r>
              <a:rPr lang="en-US" sz="4000" dirty="0" smtClean="0"/>
              <a:t> </a:t>
            </a:r>
            <a:r>
              <a:rPr lang="en-US" sz="4000" dirty="0" err="1" smtClean="0"/>
              <a:t>dan</a:t>
            </a:r>
            <a:r>
              <a:rPr lang="en-US" sz="4000" dirty="0" smtClean="0"/>
              <a:t> </a:t>
            </a:r>
            <a:r>
              <a:rPr lang="en-US" sz="4000" dirty="0" err="1" smtClean="0"/>
              <a:t>harga</a:t>
            </a:r>
            <a:r>
              <a:rPr lang="en-US" sz="4000" dirty="0" smtClean="0"/>
              <a:t> </a:t>
            </a:r>
            <a:r>
              <a:rPr lang="en-US" sz="4000" dirty="0" err="1" smtClean="0"/>
              <a:t>diri</a:t>
            </a:r>
            <a:r>
              <a:rPr lang="en-US" sz="4000" dirty="0" smtClean="0"/>
              <a:t> </a:t>
            </a:r>
            <a:r>
              <a:rPr lang="en-US" sz="4000" dirty="0" err="1" smtClean="0"/>
              <a:t>seseorang</a:t>
            </a:r>
            <a:r>
              <a:rPr lang="en-US" sz="4000" dirty="0" smtClean="0"/>
              <a:t> </a:t>
            </a:r>
            <a:r>
              <a:rPr lang="en-US" sz="4000" dirty="0" err="1" smtClean="0"/>
              <a:t>terutama</a:t>
            </a:r>
            <a:r>
              <a:rPr lang="en-US" sz="4000" dirty="0" smtClean="0"/>
              <a:t> </a:t>
            </a:r>
            <a:r>
              <a:rPr lang="en-US" sz="4000" dirty="0" err="1" smtClean="0"/>
              <a:t>pada</a:t>
            </a:r>
            <a:r>
              <a:rPr lang="en-US" sz="4000" dirty="0" smtClean="0"/>
              <a:t> </a:t>
            </a:r>
            <a:r>
              <a:rPr lang="en-US" sz="4000" dirty="0" err="1" smtClean="0"/>
              <a:t>dunia</a:t>
            </a:r>
            <a:r>
              <a:rPr lang="en-US" sz="4000" dirty="0" smtClean="0"/>
              <a:t> </a:t>
            </a:r>
            <a:r>
              <a:rPr lang="en-US" sz="4000" dirty="0" err="1" smtClean="0"/>
              <a:t>bisnis</a:t>
            </a:r>
            <a:r>
              <a:rPr lang="en-US" sz="4000" dirty="0" smtClean="0"/>
              <a:t> </a:t>
            </a:r>
            <a:r>
              <a:rPr lang="en-US" sz="4000" dirty="0" err="1" smtClean="0"/>
              <a:t>atau</a:t>
            </a:r>
            <a:r>
              <a:rPr lang="en-US" sz="4000" dirty="0" smtClean="0"/>
              <a:t> </a:t>
            </a:r>
            <a:r>
              <a:rPr lang="en-US" sz="4000" dirty="0" err="1" smtClean="0"/>
              <a:t>kerja</a:t>
            </a:r>
            <a:endParaRPr lang="en-US" sz="4000" dirty="0" smtClean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dirty="0" smtClean="0"/>
              <a:t>1.Berbicara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suara</a:t>
            </a:r>
            <a:r>
              <a:rPr lang="en-US" dirty="0" smtClean="0"/>
              <a:t> yang </a:t>
            </a:r>
            <a:r>
              <a:rPr lang="en-US" dirty="0" err="1" smtClean="0"/>
              <a:t>jelas</a:t>
            </a:r>
            <a:r>
              <a:rPr lang="en-US" dirty="0" smtClean="0"/>
              <a:t>,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arti</a:t>
            </a:r>
            <a:r>
              <a:rPr lang="en-US" dirty="0" smtClean="0"/>
              <a:t> </a:t>
            </a:r>
            <a:r>
              <a:rPr lang="en-US" dirty="0" err="1" smtClean="0"/>
              <a:t>suara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kecil</a:t>
            </a:r>
            <a:r>
              <a:rPr lang="en-US" dirty="0" smtClean="0"/>
              <a:t> </a:t>
            </a:r>
            <a:r>
              <a:rPr lang="en-US" dirty="0" err="1" smtClean="0"/>
              <a:t>maupun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terlalu</a:t>
            </a:r>
            <a:r>
              <a:rPr lang="en-US" dirty="0" smtClean="0"/>
              <a:t> </a:t>
            </a:r>
            <a:r>
              <a:rPr lang="en-US" dirty="0" err="1" smtClean="0"/>
              <a:t>kencang</a:t>
            </a:r>
            <a:r>
              <a:rPr lang="en-US" dirty="0" smtClean="0"/>
              <a:t>.</a:t>
            </a:r>
          </a:p>
          <a:p>
            <a:pPr lvl="0">
              <a:buNone/>
            </a:pPr>
            <a:r>
              <a:rPr lang="en-US" sz="2800" dirty="0" smtClean="0"/>
              <a:t>2.Tidak </a:t>
            </a:r>
            <a:r>
              <a:rPr lang="en-US" sz="2800" dirty="0" err="1" smtClean="0"/>
              <a:t>berbicara</a:t>
            </a:r>
            <a:r>
              <a:rPr lang="en-US" sz="2800" dirty="0" smtClean="0"/>
              <a:t> </a:t>
            </a:r>
            <a:r>
              <a:rPr lang="en-US" sz="2800" dirty="0" err="1" smtClean="0"/>
              <a:t>terlalu</a:t>
            </a:r>
            <a:r>
              <a:rPr lang="en-US" sz="2800" dirty="0" smtClean="0"/>
              <a:t> </a:t>
            </a:r>
            <a:r>
              <a:rPr lang="en-US" sz="2800" dirty="0" err="1" smtClean="0"/>
              <a:t>cepat</a:t>
            </a:r>
            <a:r>
              <a:rPr lang="en-US" sz="2800" dirty="0" smtClean="0"/>
              <a:t> </a:t>
            </a:r>
            <a:r>
              <a:rPr lang="en-US" sz="2800" dirty="0" err="1" smtClean="0"/>
              <a:t>maupun</a:t>
            </a:r>
            <a:r>
              <a:rPr lang="en-US" sz="2800" dirty="0" smtClean="0"/>
              <a:t> </a:t>
            </a:r>
            <a:r>
              <a:rPr lang="en-US" sz="2800" dirty="0" err="1" smtClean="0"/>
              <a:t>terlalu</a:t>
            </a:r>
            <a:r>
              <a:rPr lang="en-US" sz="2800" dirty="0" smtClean="0"/>
              <a:t> </a:t>
            </a:r>
            <a:r>
              <a:rPr lang="en-US" sz="2800" dirty="0" err="1" smtClean="0"/>
              <a:t>lambat</a:t>
            </a:r>
            <a:r>
              <a:rPr lang="en-US" sz="2800" dirty="0" smtClean="0"/>
              <a:t> </a:t>
            </a:r>
          </a:p>
          <a:p>
            <a:pPr lvl="0">
              <a:buNone/>
            </a:pPr>
            <a:r>
              <a:rPr lang="en-US" sz="2800" dirty="0" smtClean="0"/>
              <a:t>3.Saat </a:t>
            </a:r>
            <a:r>
              <a:rPr lang="en-US" sz="2800" dirty="0" err="1" smtClean="0"/>
              <a:t>berbicara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r>
              <a:rPr lang="en-US" sz="2800" dirty="0" smtClean="0"/>
              <a:t> </a:t>
            </a:r>
            <a:r>
              <a:rPr lang="en-US" sz="2800" dirty="0" err="1" smtClean="0"/>
              <a:t>maupun</a:t>
            </a:r>
            <a:r>
              <a:rPr lang="en-US" sz="2800" dirty="0" smtClean="0"/>
              <a:t> </a:t>
            </a:r>
            <a:r>
              <a:rPr lang="en-US" sz="2800" dirty="0" err="1" smtClean="0"/>
              <a:t>saat</a:t>
            </a:r>
            <a:r>
              <a:rPr lang="en-US" sz="2800" dirty="0" smtClean="0"/>
              <a:t> </a:t>
            </a:r>
            <a:r>
              <a:rPr lang="en-US" sz="2800" dirty="0" err="1" smtClean="0"/>
              <a:t>mendengarkan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r>
              <a:rPr lang="en-US" sz="2800" dirty="0" smtClean="0"/>
              <a:t>, </a:t>
            </a:r>
            <a:r>
              <a:rPr lang="en-US" sz="2800" dirty="0" err="1" smtClean="0"/>
              <a:t>mata</a:t>
            </a:r>
            <a:r>
              <a:rPr lang="en-US" sz="2800" dirty="0" smtClean="0"/>
              <a:t> </a:t>
            </a:r>
            <a:r>
              <a:rPr lang="en-US" sz="2800" dirty="0" err="1" smtClean="0"/>
              <a:t>kita</a:t>
            </a:r>
            <a:r>
              <a:rPr lang="en-US" sz="2800" dirty="0" smtClean="0"/>
              <a:t> </a:t>
            </a:r>
            <a:r>
              <a:rPr lang="en-US" sz="2800" dirty="0" err="1" smtClean="0"/>
              <a:t>harus</a:t>
            </a:r>
            <a:r>
              <a:rPr lang="en-US" sz="2800" dirty="0" smtClean="0"/>
              <a:t> </a:t>
            </a:r>
            <a:r>
              <a:rPr lang="en-US" sz="2800" dirty="0" err="1" smtClean="0"/>
              <a:t>saling</a:t>
            </a:r>
            <a:r>
              <a:rPr lang="en-US" sz="2800" dirty="0" smtClean="0"/>
              <a:t> </a:t>
            </a:r>
            <a:r>
              <a:rPr lang="en-US" sz="2800" dirty="0" err="1" smtClean="0"/>
              <a:t>melihat</a:t>
            </a:r>
            <a:r>
              <a:rPr lang="en-US" sz="2800" dirty="0" smtClean="0"/>
              <a:t>, </a:t>
            </a:r>
            <a:r>
              <a:rPr lang="en-US" sz="2800" dirty="0" err="1" smtClean="0"/>
              <a:t>sehingga</a:t>
            </a:r>
            <a:r>
              <a:rPr lang="en-US" sz="2800" dirty="0" smtClean="0"/>
              <a:t> </a:t>
            </a:r>
            <a:r>
              <a:rPr lang="en-US" sz="2800" dirty="0" err="1" smtClean="0"/>
              <a:t>tidak</a:t>
            </a:r>
            <a:r>
              <a:rPr lang="en-US" sz="2800" dirty="0" smtClean="0"/>
              <a:t> </a:t>
            </a:r>
            <a:r>
              <a:rPr lang="en-US" sz="2800" dirty="0" err="1" smtClean="0"/>
              <a:t>terkesan</a:t>
            </a:r>
            <a:r>
              <a:rPr lang="en-US" sz="2800" dirty="0" smtClean="0"/>
              <a:t> </a:t>
            </a:r>
            <a:r>
              <a:rPr lang="en-US" sz="2800" dirty="0" err="1" smtClean="0"/>
              <a:t>malu</a:t>
            </a:r>
            <a:r>
              <a:rPr lang="en-US" sz="2800" dirty="0" smtClean="0"/>
              <a:t> </a:t>
            </a:r>
            <a:r>
              <a:rPr lang="en-US" sz="2800" dirty="0" err="1" smtClean="0"/>
              <a:t>ataupun</a:t>
            </a:r>
            <a:r>
              <a:rPr lang="en-US" sz="2800" dirty="0" smtClean="0"/>
              <a:t> </a:t>
            </a:r>
            <a:r>
              <a:rPr lang="en-US" sz="2800" dirty="0" err="1" smtClean="0"/>
              <a:t>tidak</a:t>
            </a:r>
            <a:r>
              <a:rPr lang="en-US" sz="2800" dirty="0" smtClean="0"/>
              <a:t> </a:t>
            </a:r>
            <a:r>
              <a:rPr lang="en-US" sz="2800" dirty="0" err="1" smtClean="0"/>
              <a:t>mendengarkan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r>
              <a:rPr lang="en-US" sz="280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239000" cy="5617536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3200" dirty="0" smtClean="0"/>
              <a:t>4.Berbicara </a:t>
            </a:r>
            <a:r>
              <a:rPr lang="en-US" sz="3200" dirty="0" err="1" smtClean="0"/>
              <a:t>seperlunya</a:t>
            </a:r>
            <a:r>
              <a:rPr lang="en-US" sz="3200" dirty="0" smtClean="0"/>
              <a:t>,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 smtClean="0"/>
              <a:t>panjang</a:t>
            </a:r>
            <a:r>
              <a:rPr lang="en-US" sz="3200" dirty="0" smtClean="0"/>
              <a:t> </a:t>
            </a:r>
            <a:r>
              <a:rPr lang="en-US" sz="3200" dirty="0" err="1" smtClean="0"/>
              <a:t>lebar</a:t>
            </a:r>
            <a:r>
              <a:rPr lang="en-US" sz="3200" dirty="0" smtClean="0"/>
              <a:t> </a:t>
            </a:r>
            <a:r>
              <a:rPr lang="en-US" sz="3200" dirty="0" err="1" smtClean="0"/>
              <a:t>tanpa</a:t>
            </a:r>
            <a:r>
              <a:rPr lang="en-US" sz="3200" dirty="0" smtClean="0"/>
              <a:t> </a:t>
            </a:r>
            <a:r>
              <a:rPr lang="en-US" sz="3200" dirty="0" err="1" smtClean="0"/>
              <a:t>arti</a:t>
            </a:r>
            <a:r>
              <a:rPr lang="en-US" sz="3200" dirty="0" smtClean="0"/>
              <a:t> yang </a:t>
            </a:r>
            <a:r>
              <a:rPr lang="en-US" sz="3200" dirty="0" err="1" smtClean="0"/>
              <a:t>jelas</a:t>
            </a:r>
            <a:r>
              <a:rPr lang="en-US" sz="3200" dirty="0" smtClean="0"/>
              <a:t> </a:t>
            </a:r>
            <a:r>
              <a:rPr lang="en-US" sz="3200" dirty="0" err="1" smtClean="0"/>
              <a:t>ataupun</a:t>
            </a:r>
            <a:r>
              <a:rPr lang="en-US" sz="3200" dirty="0" smtClean="0"/>
              <a:t> </a:t>
            </a:r>
            <a:r>
              <a:rPr lang="en-US" sz="3200" dirty="0" err="1" smtClean="0"/>
              <a:t>berputar-putar</a:t>
            </a:r>
            <a:r>
              <a:rPr lang="en-US" sz="3200" dirty="0" smtClean="0"/>
              <a:t> (</a:t>
            </a:r>
            <a:r>
              <a:rPr lang="en-US" sz="3200" dirty="0" err="1" smtClean="0"/>
              <a:t>berbelit-belit</a:t>
            </a:r>
            <a:r>
              <a:rPr lang="en-US" sz="3200" dirty="0" smtClean="0"/>
              <a:t> 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5.Memberikan </a:t>
            </a:r>
            <a:r>
              <a:rPr lang="en-US" sz="3200" dirty="0" err="1" smtClean="0"/>
              <a:t>kesempatan</a:t>
            </a:r>
            <a:r>
              <a:rPr lang="en-US" sz="3200" dirty="0" smtClean="0"/>
              <a:t> </a:t>
            </a:r>
            <a:r>
              <a:rPr lang="en-US" sz="3200" dirty="0" err="1" smtClean="0"/>
              <a:t>kepada</a:t>
            </a:r>
            <a:r>
              <a:rPr lang="en-US" sz="3200" dirty="0" smtClean="0"/>
              <a:t> </a:t>
            </a:r>
            <a:r>
              <a:rPr lang="en-US" sz="3200" dirty="0" err="1" smtClean="0"/>
              <a:t>lawan</a:t>
            </a:r>
            <a:r>
              <a:rPr lang="en-US" sz="3200" dirty="0" smtClean="0"/>
              <a:t> </a:t>
            </a:r>
            <a:r>
              <a:rPr lang="en-US" sz="3200" dirty="0" err="1" smtClean="0"/>
              <a:t>bicara</a:t>
            </a:r>
            <a:r>
              <a:rPr lang="en-US" sz="3200" dirty="0" smtClean="0"/>
              <a:t> </a:t>
            </a:r>
            <a:r>
              <a:rPr lang="en-US" sz="3200" dirty="0" err="1" smtClean="0"/>
              <a:t>untuk</a:t>
            </a:r>
            <a:r>
              <a:rPr lang="en-US" sz="3200" dirty="0" smtClean="0"/>
              <a:t> </a:t>
            </a:r>
            <a:r>
              <a:rPr lang="en-US" sz="3200" dirty="0" err="1" smtClean="0"/>
              <a:t>berbicara</a:t>
            </a:r>
            <a:r>
              <a:rPr lang="en-US" sz="3200" dirty="0" smtClean="0"/>
              <a:t>, </a:t>
            </a:r>
            <a:r>
              <a:rPr lang="en-US" sz="3200" dirty="0" err="1" smtClean="0"/>
              <a:t>sehingga</a:t>
            </a:r>
            <a:r>
              <a:rPr lang="en-US" sz="3200" dirty="0" smtClean="0"/>
              <a:t>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 smtClean="0"/>
              <a:t>terkesan</a:t>
            </a:r>
            <a:r>
              <a:rPr lang="en-US" sz="3200" dirty="0" smtClean="0"/>
              <a:t> </a:t>
            </a:r>
            <a:r>
              <a:rPr lang="en-US" sz="3200" dirty="0" err="1" smtClean="0"/>
              <a:t>mendominasi</a:t>
            </a:r>
            <a:r>
              <a:rPr lang="en-US" sz="3200" dirty="0" smtClean="0"/>
              <a:t> </a:t>
            </a:r>
            <a:r>
              <a:rPr lang="en-US" sz="3200" dirty="0" err="1" smtClean="0"/>
              <a:t>berbicara</a:t>
            </a:r>
            <a:r>
              <a:rPr lang="en-US" sz="3200" dirty="0" smtClean="0"/>
              <a:t>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7772400" cy="65532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/>
              <a:t>6.Jangan </a:t>
            </a:r>
            <a:r>
              <a:rPr lang="en-US" sz="2800" dirty="0" err="1" smtClean="0"/>
              <a:t>menyela</a:t>
            </a:r>
            <a:r>
              <a:rPr lang="en-US" sz="2800" dirty="0" smtClean="0"/>
              <a:t> </a:t>
            </a:r>
            <a:r>
              <a:rPr lang="en-US" sz="2800" dirty="0" err="1" smtClean="0"/>
              <a:t>atau</a:t>
            </a:r>
            <a:r>
              <a:rPr lang="en-US" sz="2800" dirty="0" smtClean="0"/>
              <a:t> </a:t>
            </a:r>
            <a:r>
              <a:rPr lang="en-US" sz="2800" dirty="0" err="1" smtClean="0"/>
              <a:t>memutus</a:t>
            </a:r>
            <a:r>
              <a:rPr lang="en-US" sz="2800" dirty="0" smtClean="0"/>
              <a:t> </a:t>
            </a:r>
            <a:r>
              <a:rPr lang="en-US" sz="2800" dirty="0" err="1" smtClean="0"/>
              <a:t>pembicaraan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r>
              <a:rPr lang="en-US" sz="2800" dirty="0" smtClean="0"/>
              <a:t> </a:t>
            </a:r>
            <a:r>
              <a:rPr lang="en-US" sz="2800" dirty="0" err="1" smtClean="0"/>
              <a:t>apabila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r>
              <a:rPr lang="en-US" sz="2800" dirty="0" smtClean="0"/>
              <a:t> </a:t>
            </a:r>
            <a:r>
              <a:rPr lang="en-US" sz="2800" dirty="0" err="1" smtClean="0"/>
              <a:t>kita</a:t>
            </a:r>
            <a:r>
              <a:rPr lang="en-US" sz="2800" dirty="0" smtClean="0"/>
              <a:t> </a:t>
            </a:r>
            <a:r>
              <a:rPr lang="en-US" sz="2800" dirty="0" err="1" smtClean="0"/>
              <a:t>belum</a:t>
            </a:r>
            <a:r>
              <a:rPr lang="en-US" sz="2800" dirty="0" smtClean="0"/>
              <a:t> </a:t>
            </a:r>
            <a:r>
              <a:rPr lang="en-US" sz="2800" dirty="0" err="1" smtClean="0"/>
              <a:t>selesai</a:t>
            </a:r>
            <a:r>
              <a:rPr lang="en-US" sz="2800" dirty="0" smtClean="0"/>
              <a:t> </a:t>
            </a:r>
            <a:r>
              <a:rPr lang="en-US" sz="2800" dirty="0" err="1" smtClean="0"/>
              <a:t>berbicara</a:t>
            </a:r>
            <a:r>
              <a:rPr lang="en-US" sz="2800" dirty="0" smtClean="0"/>
              <a:t>, </a:t>
            </a:r>
            <a:r>
              <a:rPr lang="en-US" sz="2800" dirty="0" err="1" smtClean="0"/>
              <a:t>karena</a:t>
            </a:r>
            <a:r>
              <a:rPr lang="en-US" sz="2800" dirty="0" smtClean="0"/>
              <a:t> </a:t>
            </a:r>
            <a:r>
              <a:rPr lang="en-US" sz="2800" dirty="0" err="1" smtClean="0"/>
              <a:t>itu</a:t>
            </a:r>
            <a:r>
              <a:rPr lang="en-US" sz="2800" dirty="0" smtClean="0"/>
              <a:t> </a:t>
            </a:r>
            <a:r>
              <a:rPr lang="en-US" sz="2800" dirty="0" err="1" smtClean="0"/>
              <a:t>akan</a:t>
            </a:r>
            <a:r>
              <a:rPr lang="en-US" sz="2800" dirty="0" smtClean="0"/>
              <a:t> </a:t>
            </a:r>
            <a:r>
              <a:rPr lang="en-US" sz="2800" dirty="0" err="1" smtClean="0"/>
              <a:t>membuat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r>
              <a:rPr lang="en-US" sz="2800" dirty="0" smtClean="0"/>
              <a:t> </a:t>
            </a:r>
            <a:r>
              <a:rPr lang="en-US" sz="2800" dirty="0" err="1" smtClean="0"/>
              <a:t>kita</a:t>
            </a:r>
            <a:r>
              <a:rPr lang="en-US" sz="2800" dirty="0" smtClean="0"/>
              <a:t> </a:t>
            </a:r>
            <a:r>
              <a:rPr lang="en-US" sz="2800" dirty="0" err="1" smtClean="0"/>
              <a:t>tiak</a:t>
            </a:r>
            <a:r>
              <a:rPr lang="en-US" sz="2800" dirty="0" smtClean="0"/>
              <a:t> </a:t>
            </a:r>
            <a:r>
              <a:rPr lang="en-US" sz="2800" dirty="0" err="1" smtClean="0"/>
              <a:t>senang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tidak</a:t>
            </a:r>
            <a:r>
              <a:rPr lang="en-US" sz="2800" dirty="0" smtClean="0"/>
              <a:t> </a:t>
            </a:r>
            <a:r>
              <a:rPr lang="en-US" sz="2800" dirty="0" err="1" smtClean="0"/>
              <a:t>dihargai</a:t>
            </a:r>
            <a:r>
              <a:rPr lang="en-US" sz="2800" dirty="0" smtClean="0"/>
              <a:t>.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7.Dalam </a:t>
            </a:r>
            <a:r>
              <a:rPr lang="en-US" sz="2800" dirty="0" err="1" smtClean="0"/>
              <a:t>berkomunikasi</a:t>
            </a:r>
            <a:r>
              <a:rPr lang="en-US" sz="2800" dirty="0" smtClean="0"/>
              <a:t> </a:t>
            </a:r>
            <a:r>
              <a:rPr lang="en-US" sz="2800" dirty="0" err="1" smtClean="0"/>
              <a:t>diharapkan</a:t>
            </a:r>
            <a:r>
              <a:rPr lang="en-US" sz="2800" dirty="0" smtClean="0"/>
              <a:t> </a:t>
            </a:r>
            <a:r>
              <a:rPr lang="en-US" sz="2800" dirty="0" err="1" smtClean="0"/>
              <a:t>menjaga</a:t>
            </a:r>
            <a:r>
              <a:rPr lang="en-US" sz="2800" dirty="0" smtClean="0"/>
              <a:t> </a:t>
            </a:r>
            <a:r>
              <a:rPr lang="en-US" sz="2800" dirty="0" err="1" smtClean="0"/>
              <a:t>emosi</a:t>
            </a:r>
            <a:r>
              <a:rPr lang="en-US" sz="2800" dirty="0" smtClean="0"/>
              <a:t> </a:t>
            </a:r>
            <a:r>
              <a:rPr lang="en-US" sz="2800" dirty="0" err="1" smtClean="0"/>
              <a:t>kita</a:t>
            </a:r>
            <a:r>
              <a:rPr lang="en-US" sz="2800" dirty="0" smtClean="0"/>
              <a:t>, </a:t>
            </a:r>
            <a:r>
              <a:rPr lang="en-US" sz="2800" dirty="0" err="1" smtClean="0"/>
              <a:t>yaitu</a:t>
            </a:r>
            <a:r>
              <a:rPr lang="en-US" sz="2800" dirty="0" smtClean="0"/>
              <a:t> </a:t>
            </a:r>
            <a:r>
              <a:rPr lang="en-US" sz="2800" dirty="0" err="1" smtClean="0"/>
              <a:t>jangan</a:t>
            </a:r>
            <a:r>
              <a:rPr lang="en-US" sz="2800" dirty="0" smtClean="0"/>
              <a:t> </a:t>
            </a:r>
            <a:r>
              <a:rPr lang="en-US" sz="2800" dirty="0" err="1" smtClean="0"/>
              <a:t>sampai</a:t>
            </a:r>
            <a:r>
              <a:rPr lang="en-US" sz="2800" dirty="0" smtClean="0"/>
              <a:t> </a:t>
            </a:r>
            <a:r>
              <a:rPr lang="en-US" sz="2800" dirty="0" err="1" smtClean="0"/>
              <a:t>terbawa</a:t>
            </a:r>
            <a:r>
              <a:rPr lang="en-US" sz="2800" dirty="0" smtClean="0"/>
              <a:t> </a:t>
            </a:r>
            <a:r>
              <a:rPr lang="en-US" sz="2800" dirty="0" err="1" smtClean="0"/>
              <a:t>emosi</a:t>
            </a:r>
            <a:r>
              <a:rPr lang="en-US" sz="2800" dirty="0" smtClean="0"/>
              <a:t> </a:t>
            </a:r>
            <a:r>
              <a:rPr lang="en-US" sz="2800" dirty="0" err="1" smtClean="0"/>
              <a:t>sehingga</a:t>
            </a:r>
            <a:r>
              <a:rPr lang="en-US" sz="2800" dirty="0" smtClean="0"/>
              <a:t> </a:t>
            </a:r>
            <a:r>
              <a:rPr lang="en-US" sz="2800" dirty="0" err="1" smtClean="0"/>
              <a:t>marah-marah</a:t>
            </a:r>
            <a:r>
              <a:rPr lang="en-US" sz="2800" dirty="0" smtClean="0"/>
              <a:t> </a:t>
            </a:r>
            <a:r>
              <a:rPr lang="en-US" sz="2800" dirty="0" err="1" smtClean="0"/>
              <a:t>kepada</a:t>
            </a:r>
            <a:r>
              <a:rPr lang="en-US" sz="2800" dirty="0" smtClean="0"/>
              <a:t> </a:t>
            </a:r>
            <a:r>
              <a:rPr lang="en-US" sz="2800" dirty="0" err="1" smtClean="0"/>
              <a:t>lawan</a:t>
            </a:r>
            <a:r>
              <a:rPr lang="en-US" sz="2800" dirty="0" smtClean="0"/>
              <a:t> </a:t>
            </a:r>
            <a:r>
              <a:rPr lang="en-US" sz="2800" dirty="0" err="1" smtClean="0"/>
              <a:t>bicara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buNone/>
            </a:pPr>
            <a:r>
              <a:rPr lang="en-US" sz="2800" dirty="0" smtClean="0"/>
              <a:t>8.Tidak </a:t>
            </a:r>
            <a:r>
              <a:rPr lang="en-US" sz="2800" dirty="0" err="1" smtClean="0"/>
              <a:t>tertawa</a:t>
            </a:r>
            <a:r>
              <a:rPr lang="en-US" sz="2800" dirty="0" smtClean="0"/>
              <a:t> </a:t>
            </a:r>
            <a:r>
              <a:rPr lang="en-US" sz="2800" dirty="0" err="1" smtClean="0"/>
              <a:t>secara</a:t>
            </a:r>
            <a:r>
              <a:rPr lang="en-US" sz="2800" dirty="0" smtClean="0"/>
              <a:t> </a:t>
            </a:r>
            <a:r>
              <a:rPr lang="en-US" sz="2800" dirty="0" err="1" smtClean="0"/>
              <a:t>berlebihan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terus</a:t>
            </a:r>
            <a:r>
              <a:rPr lang="en-US" sz="2800" dirty="0" smtClean="0"/>
              <a:t> </a:t>
            </a:r>
            <a:r>
              <a:rPr lang="en-US" sz="2800" dirty="0" err="1" smtClean="0"/>
              <a:t>menerus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7543800" cy="64008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62500" lnSpcReduction="20000"/>
          </a:bodyPr>
          <a:lstStyle/>
          <a:p>
            <a:pPr>
              <a:buNone/>
            </a:pPr>
            <a:endParaRPr lang="en-US" sz="4500" dirty="0" smtClean="0"/>
          </a:p>
          <a:p>
            <a:pPr lvl="0">
              <a:buNone/>
            </a:pPr>
            <a:r>
              <a:rPr lang="en-US" sz="4500" dirty="0" smtClean="0"/>
              <a:t>9.Sebaiknya </a:t>
            </a:r>
            <a:r>
              <a:rPr lang="en-US" sz="4500" dirty="0" err="1" smtClean="0"/>
              <a:t>tidak</a:t>
            </a:r>
            <a:r>
              <a:rPr lang="en-US" sz="4500" dirty="0" smtClean="0"/>
              <a:t> </a:t>
            </a:r>
            <a:r>
              <a:rPr lang="en-US" sz="4500" dirty="0" err="1" smtClean="0"/>
              <a:t>menguap</a:t>
            </a:r>
            <a:r>
              <a:rPr lang="en-US" sz="4500" dirty="0" smtClean="0"/>
              <a:t> </a:t>
            </a:r>
            <a:r>
              <a:rPr lang="en-US" sz="4500" dirty="0" err="1" smtClean="0"/>
              <a:t>saat</a:t>
            </a:r>
            <a:r>
              <a:rPr lang="en-US" sz="4500" dirty="0" smtClean="0"/>
              <a:t> </a:t>
            </a:r>
            <a:r>
              <a:rPr lang="en-US" sz="4500" dirty="0" err="1" smtClean="0"/>
              <a:t>lawan</a:t>
            </a:r>
            <a:r>
              <a:rPr lang="en-US" sz="4500" dirty="0" smtClean="0"/>
              <a:t> </a:t>
            </a:r>
            <a:r>
              <a:rPr lang="en-US" sz="4500" dirty="0" err="1" smtClean="0"/>
              <a:t>bicara</a:t>
            </a:r>
            <a:r>
              <a:rPr lang="en-US" sz="4500" dirty="0" smtClean="0"/>
              <a:t> </a:t>
            </a:r>
            <a:r>
              <a:rPr lang="en-US" sz="4500" dirty="0" err="1" smtClean="0"/>
              <a:t>sedang</a:t>
            </a:r>
            <a:r>
              <a:rPr lang="en-US" sz="4500" dirty="0" smtClean="0"/>
              <a:t> </a:t>
            </a:r>
            <a:r>
              <a:rPr lang="en-US" sz="4500" dirty="0" err="1" smtClean="0"/>
              <a:t>berbicara</a:t>
            </a:r>
            <a:r>
              <a:rPr lang="en-US" sz="4500" dirty="0" smtClean="0"/>
              <a:t>, </a:t>
            </a:r>
            <a:r>
              <a:rPr lang="en-US" sz="4500" dirty="0" err="1" smtClean="0"/>
              <a:t>karena</a:t>
            </a:r>
            <a:r>
              <a:rPr lang="en-US" sz="4500" dirty="0" smtClean="0"/>
              <a:t> </a:t>
            </a:r>
            <a:r>
              <a:rPr lang="en-US" sz="4500" dirty="0" err="1" smtClean="0"/>
              <a:t>lawan</a:t>
            </a:r>
            <a:r>
              <a:rPr lang="en-US" sz="4500" dirty="0" smtClean="0"/>
              <a:t> </a:t>
            </a:r>
            <a:r>
              <a:rPr lang="en-US" sz="4500" dirty="0" err="1" smtClean="0"/>
              <a:t>bicara</a:t>
            </a:r>
            <a:r>
              <a:rPr lang="en-US" sz="4500" dirty="0" smtClean="0"/>
              <a:t> </a:t>
            </a:r>
            <a:r>
              <a:rPr lang="en-US" sz="4500" dirty="0" err="1" smtClean="0"/>
              <a:t>akan</a:t>
            </a:r>
            <a:r>
              <a:rPr lang="en-US" sz="4500" dirty="0" smtClean="0"/>
              <a:t> </a:t>
            </a:r>
            <a:r>
              <a:rPr lang="en-US" sz="4500" dirty="0" err="1" smtClean="0"/>
              <a:t>merasa</a:t>
            </a:r>
            <a:r>
              <a:rPr lang="en-US" sz="4500" dirty="0" smtClean="0"/>
              <a:t> </a:t>
            </a:r>
            <a:r>
              <a:rPr lang="en-US" sz="4500" dirty="0" err="1" smtClean="0"/>
              <a:t>kita</a:t>
            </a:r>
            <a:r>
              <a:rPr lang="en-US" sz="4500" dirty="0" smtClean="0"/>
              <a:t> </a:t>
            </a:r>
            <a:r>
              <a:rPr lang="en-US" sz="4500" dirty="0" err="1" smtClean="0"/>
              <a:t>bosan</a:t>
            </a:r>
            <a:r>
              <a:rPr lang="en-US" sz="4500" dirty="0" smtClean="0"/>
              <a:t> </a:t>
            </a:r>
            <a:r>
              <a:rPr lang="en-US" sz="4500" dirty="0" err="1" smtClean="0"/>
              <a:t>dengan</a:t>
            </a:r>
            <a:r>
              <a:rPr lang="en-US" sz="4500" dirty="0" smtClean="0"/>
              <a:t> </a:t>
            </a:r>
            <a:r>
              <a:rPr lang="en-US" sz="4500" dirty="0" err="1" smtClean="0"/>
              <a:t>pembicaraannya</a:t>
            </a:r>
            <a:r>
              <a:rPr lang="en-US" sz="4500" dirty="0" smtClean="0"/>
              <a:t>.</a:t>
            </a:r>
          </a:p>
          <a:p>
            <a:pPr lvl="0">
              <a:buNone/>
            </a:pPr>
            <a:endParaRPr lang="en-US" sz="4500" dirty="0" smtClean="0"/>
          </a:p>
          <a:p>
            <a:pPr lvl="0">
              <a:buNone/>
            </a:pPr>
            <a:r>
              <a:rPr lang="en-US" sz="4500" dirty="0" smtClean="0"/>
              <a:t>10.Tidak </a:t>
            </a:r>
            <a:r>
              <a:rPr lang="en-US" sz="4500" dirty="0" err="1" smtClean="0"/>
              <a:t>mengerjakan</a:t>
            </a:r>
            <a:r>
              <a:rPr lang="en-US" sz="4500" dirty="0" smtClean="0"/>
              <a:t> </a:t>
            </a:r>
            <a:r>
              <a:rPr lang="en-US" sz="4500" dirty="0" err="1" smtClean="0"/>
              <a:t>sesuatu</a:t>
            </a:r>
            <a:r>
              <a:rPr lang="en-US" sz="4500" dirty="0" smtClean="0"/>
              <a:t> </a:t>
            </a:r>
            <a:r>
              <a:rPr lang="en-US" sz="4500" dirty="0" err="1" smtClean="0"/>
              <a:t>saat</a:t>
            </a:r>
            <a:r>
              <a:rPr lang="en-US" sz="4500" dirty="0" smtClean="0"/>
              <a:t> </a:t>
            </a:r>
            <a:r>
              <a:rPr lang="en-US" sz="4500" dirty="0" err="1" smtClean="0"/>
              <a:t>lawan</a:t>
            </a:r>
            <a:r>
              <a:rPr lang="en-US" sz="4500" dirty="0" smtClean="0"/>
              <a:t> </a:t>
            </a:r>
            <a:r>
              <a:rPr lang="en-US" sz="4500" dirty="0" err="1" smtClean="0"/>
              <a:t>bicara</a:t>
            </a:r>
            <a:r>
              <a:rPr lang="en-US" sz="4500" dirty="0" smtClean="0"/>
              <a:t> </a:t>
            </a:r>
            <a:r>
              <a:rPr lang="en-US" sz="4500" dirty="0" err="1" smtClean="0"/>
              <a:t>sedang</a:t>
            </a:r>
            <a:r>
              <a:rPr lang="en-US" sz="4500" dirty="0" smtClean="0"/>
              <a:t> </a:t>
            </a:r>
            <a:r>
              <a:rPr lang="en-US" sz="4500" dirty="0" err="1" smtClean="0"/>
              <a:t>berbicara</a:t>
            </a:r>
            <a:r>
              <a:rPr lang="en-US" sz="4500" dirty="0" smtClean="0"/>
              <a:t> (</a:t>
            </a:r>
            <a:r>
              <a:rPr lang="en-US" sz="4500" dirty="0" err="1" smtClean="0"/>
              <a:t>misalnya</a:t>
            </a:r>
            <a:r>
              <a:rPr lang="en-US" sz="4500" dirty="0" smtClean="0"/>
              <a:t> </a:t>
            </a:r>
            <a:r>
              <a:rPr lang="en-US" sz="4500" dirty="0" err="1" smtClean="0"/>
              <a:t>sambil</a:t>
            </a:r>
            <a:r>
              <a:rPr lang="en-US" sz="4500" dirty="0" smtClean="0"/>
              <a:t> </a:t>
            </a:r>
            <a:r>
              <a:rPr lang="en-US" sz="4500" dirty="0" err="1" smtClean="0"/>
              <a:t>menulis</a:t>
            </a:r>
            <a:r>
              <a:rPr lang="en-US" sz="4500" dirty="0" smtClean="0"/>
              <a:t>, </a:t>
            </a:r>
            <a:r>
              <a:rPr lang="en-US" sz="4500" dirty="0" err="1" smtClean="0"/>
              <a:t>mengetik</a:t>
            </a:r>
            <a:r>
              <a:rPr lang="en-US" sz="4500" dirty="0" smtClean="0"/>
              <a:t>, </a:t>
            </a:r>
            <a:r>
              <a:rPr lang="en-US" sz="4500" dirty="0" err="1" smtClean="0"/>
              <a:t>dan</a:t>
            </a:r>
            <a:r>
              <a:rPr lang="en-US" sz="4500" dirty="0" smtClean="0"/>
              <a:t> lain </a:t>
            </a:r>
            <a:r>
              <a:rPr lang="en-US" sz="4500" dirty="0" err="1" smtClean="0"/>
              <a:t>sebagainya</a:t>
            </a:r>
            <a:r>
              <a:rPr lang="en-US" sz="4500" dirty="0" smtClean="0"/>
              <a:t>).</a:t>
            </a:r>
          </a:p>
          <a:p>
            <a:pPr lvl="0">
              <a:buNone/>
            </a:pPr>
            <a:endParaRPr lang="en-US" sz="4500" dirty="0" smtClean="0"/>
          </a:p>
          <a:p>
            <a:pPr lvl="0">
              <a:buNone/>
            </a:pPr>
            <a:r>
              <a:rPr lang="en-US" sz="4500" dirty="0" smtClean="0"/>
              <a:t>11.Menghargai </a:t>
            </a:r>
            <a:r>
              <a:rPr lang="en-US" sz="4500" dirty="0" err="1" smtClean="0"/>
              <a:t>pendapat</a:t>
            </a:r>
            <a:r>
              <a:rPr lang="en-US" sz="4500" dirty="0" smtClean="0"/>
              <a:t>, </a:t>
            </a:r>
            <a:r>
              <a:rPr lang="en-US" sz="4500" dirty="0" err="1" smtClean="0"/>
              <a:t>masukan</a:t>
            </a:r>
            <a:r>
              <a:rPr lang="en-US" sz="4500" dirty="0" smtClean="0"/>
              <a:t> </a:t>
            </a:r>
            <a:r>
              <a:rPr lang="en-US" sz="4500" dirty="0" err="1" smtClean="0"/>
              <a:t>atau</a:t>
            </a:r>
            <a:r>
              <a:rPr lang="en-US" sz="4500" dirty="0" smtClean="0"/>
              <a:t> </a:t>
            </a:r>
            <a:r>
              <a:rPr lang="en-US" sz="4500" dirty="0" err="1" smtClean="0"/>
              <a:t>kritik</a:t>
            </a:r>
            <a:r>
              <a:rPr lang="en-US" sz="4500" dirty="0" smtClean="0"/>
              <a:t> </a:t>
            </a:r>
            <a:r>
              <a:rPr lang="en-US" sz="4500" dirty="0" err="1" smtClean="0"/>
              <a:t>dari</a:t>
            </a:r>
            <a:r>
              <a:rPr lang="en-US" sz="4500" dirty="0" smtClean="0"/>
              <a:t> </a:t>
            </a:r>
            <a:r>
              <a:rPr lang="en-US" sz="4500" dirty="0" err="1" smtClean="0"/>
              <a:t>lawan</a:t>
            </a:r>
            <a:r>
              <a:rPr lang="en-US" sz="4500" dirty="0" smtClean="0"/>
              <a:t> </a:t>
            </a:r>
            <a:r>
              <a:rPr lang="en-US" sz="4500" dirty="0" err="1" smtClean="0"/>
              <a:t>bicara</a:t>
            </a:r>
            <a:r>
              <a:rPr lang="en-US" sz="4500" dirty="0" smtClean="0"/>
              <a:t>. </a:t>
            </a:r>
            <a:r>
              <a:rPr lang="en-US" sz="4500" dirty="0" err="1" smtClean="0"/>
              <a:t>Artinya</a:t>
            </a:r>
            <a:r>
              <a:rPr lang="en-US" sz="4500" dirty="0" smtClean="0"/>
              <a:t> </a:t>
            </a:r>
            <a:r>
              <a:rPr lang="en-US" sz="4500" dirty="0" err="1" smtClean="0"/>
              <a:t>tidak</a:t>
            </a:r>
            <a:r>
              <a:rPr lang="en-US" sz="4500" dirty="0" smtClean="0"/>
              <a:t> </a:t>
            </a:r>
            <a:r>
              <a:rPr lang="en-US" sz="4500" dirty="0" err="1" smtClean="0"/>
              <a:t>langsung</a:t>
            </a:r>
            <a:r>
              <a:rPr lang="en-US" sz="4500" dirty="0" smtClean="0"/>
              <a:t> </a:t>
            </a:r>
            <a:r>
              <a:rPr lang="en-US" sz="4500" dirty="0" err="1" smtClean="0"/>
              <a:t>membantah</a:t>
            </a:r>
            <a:r>
              <a:rPr lang="en-US" sz="4500" dirty="0" smtClean="0"/>
              <a:t>.</a:t>
            </a:r>
          </a:p>
          <a:p>
            <a:endParaRPr lang="en-US" sz="4500" dirty="0" smtClean="0"/>
          </a:p>
          <a:p>
            <a:pPr lvl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7239000" cy="6074736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r>
              <a:rPr lang="en-US" sz="3600" dirty="0" err="1" smtClean="0"/>
              <a:t>Pelayanan</a:t>
            </a:r>
            <a:r>
              <a:rPr lang="en-US" sz="3600" dirty="0" smtClean="0"/>
              <a:t> prima </a:t>
            </a:r>
            <a:r>
              <a:rPr lang="en-US" sz="3600" dirty="0" err="1" smtClean="0"/>
              <a:t>adalah</a:t>
            </a:r>
            <a:r>
              <a:rPr lang="en-US" sz="3600" dirty="0" smtClean="0"/>
              <a:t> </a:t>
            </a:r>
            <a:r>
              <a:rPr lang="en-US" sz="3600" dirty="0" err="1" smtClean="0"/>
              <a:t>hubungan</a:t>
            </a:r>
            <a:r>
              <a:rPr lang="en-US" sz="3600" dirty="0" smtClean="0"/>
              <a:t> </a:t>
            </a:r>
            <a:r>
              <a:rPr lang="en-US" sz="3600" dirty="0" err="1" smtClean="0"/>
              <a:t>berkualitas</a:t>
            </a:r>
            <a:r>
              <a:rPr lang="en-US" sz="3600" dirty="0" smtClean="0"/>
              <a:t> </a:t>
            </a:r>
            <a:r>
              <a:rPr lang="en-US" sz="3600" dirty="0" err="1" smtClean="0"/>
              <a:t>dalam</a:t>
            </a:r>
            <a:r>
              <a:rPr lang="en-US" sz="3600" dirty="0" smtClean="0"/>
              <a:t> </a:t>
            </a:r>
            <a:r>
              <a:rPr lang="en-US" sz="3600" dirty="0" err="1" smtClean="0"/>
              <a:t>bisnis</a:t>
            </a:r>
            <a:r>
              <a:rPr lang="en-US" sz="3600" dirty="0" smtClean="0"/>
              <a:t> , </a:t>
            </a:r>
            <a:r>
              <a:rPr lang="en-US" sz="3600" dirty="0" err="1" smtClean="0"/>
              <a:t>dan</a:t>
            </a:r>
            <a:r>
              <a:rPr lang="en-US" sz="3600" dirty="0" smtClean="0"/>
              <a:t> </a:t>
            </a:r>
            <a:r>
              <a:rPr lang="en-US" sz="3600" dirty="0" err="1" smtClean="0"/>
              <a:t>komunikasi</a:t>
            </a:r>
            <a:r>
              <a:rPr lang="en-US" sz="3600" dirty="0" smtClean="0"/>
              <a:t> </a:t>
            </a:r>
            <a:r>
              <a:rPr lang="en-US" sz="3600" dirty="0" err="1" smtClean="0"/>
              <a:t>menjadi</a:t>
            </a:r>
            <a:r>
              <a:rPr lang="en-US" sz="3600" dirty="0" smtClean="0"/>
              <a:t> </a:t>
            </a:r>
            <a:r>
              <a:rPr lang="en-US" sz="3600" dirty="0" err="1" smtClean="0"/>
              <a:t>sangat</a:t>
            </a:r>
            <a:r>
              <a:rPr lang="en-US" sz="3600" dirty="0" smtClean="0"/>
              <a:t> </a:t>
            </a:r>
            <a:r>
              <a:rPr lang="en-US" sz="3600" dirty="0" err="1" smtClean="0"/>
              <a:t>penting</a:t>
            </a:r>
            <a:r>
              <a:rPr lang="en-US" sz="3600" dirty="0" smtClean="0"/>
              <a:t> </a:t>
            </a:r>
            <a:r>
              <a:rPr lang="en-US" sz="3600" dirty="0" err="1" smtClean="0"/>
              <a:t>dalam</a:t>
            </a:r>
            <a:r>
              <a:rPr lang="en-US" sz="3600" dirty="0" smtClean="0"/>
              <a:t> </a:t>
            </a:r>
            <a:r>
              <a:rPr lang="en-US" sz="3600" dirty="0" err="1" smtClean="0"/>
              <a:t>membuat</a:t>
            </a:r>
            <a:r>
              <a:rPr lang="en-US" sz="3600" dirty="0" smtClean="0"/>
              <a:t> </a:t>
            </a:r>
            <a:r>
              <a:rPr lang="en-US" sz="3600" dirty="0" err="1" smtClean="0"/>
              <a:t>hubungan</a:t>
            </a:r>
            <a:r>
              <a:rPr lang="en-US" sz="3600" dirty="0" smtClean="0"/>
              <a:t> </a:t>
            </a:r>
            <a:r>
              <a:rPr lang="en-US" sz="3600" dirty="0" err="1" smtClean="0"/>
              <a:t>bisnis</a:t>
            </a:r>
            <a:r>
              <a:rPr lang="en-US" sz="3600" dirty="0" smtClean="0"/>
              <a:t> </a:t>
            </a:r>
            <a:r>
              <a:rPr lang="en-US" sz="3600" dirty="0" err="1" smtClean="0"/>
              <a:t>menjadi</a:t>
            </a:r>
            <a:r>
              <a:rPr lang="en-US" sz="3600" dirty="0" smtClean="0"/>
              <a:t> </a:t>
            </a:r>
            <a:r>
              <a:rPr lang="en-US" sz="3600" dirty="0" err="1" smtClean="0"/>
              <a:t>lebih</a:t>
            </a:r>
            <a:r>
              <a:rPr lang="en-US" sz="3600" dirty="0" smtClean="0"/>
              <a:t> </a:t>
            </a:r>
            <a:r>
              <a:rPr lang="en-US" sz="3600" dirty="0" err="1" smtClean="0"/>
              <a:t>sempurna</a:t>
            </a:r>
            <a:r>
              <a:rPr lang="en-US" sz="3600" dirty="0" smtClean="0"/>
              <a:t>.</a:t>
            </a:r>
          </a:p>
          <a:p>
            <a:endParaRPr lang="en-US" sz="3600" dirty="0" smtClean="0"/>
          </a:p>
          <a:p>
            <a:r>
              <a:rPr lang="en-US" sz="3600" dirty="0" smtClean="0"/>
              <a:t> </a:t>
            </a:r>
            <a:r>
              <a:rPr lang="en-US" sz="3600" dirty="0" err="1" smtClean="0"/>
              <a:t>Komunikasi</a:t>
            </a:r>
            <a:r>
              <a:rPr lang="en-US" sz="3600" dirty="0" smtClean="0"/>
              <a:t> </a:t>
            </a:r>
            <a:r>
              <a:rPr lang="en-US" sz="3600" dirty="0" err="1" smtClean="0"/>
              <a:t>dalam</a:t>
            </a:r>
            <a:r>
              <a:rPr lang="en-US" sz="3600" dirty="0" smtClean="0"/>
              <a:t> </a:t>
            </a:r>
            <a:r>
              <a:rPr lang="en-US" sz="3600" dirty="0" err="1" smtClean="0"/>
              <a:t>sikap</a:t>
            </a:r>
            <a:r>
              <a:rPr lang="en-US" sz="3600" dirty="0" smtClean="0"/>
              <a:t> </a:t>
            </a:r>
            <a:r>
              <a:rPr lang="en-US" sz="3600" dirty="0" err="1" smtClean="0"/>
              <a:t>profesionalisme</a:t>
            </a:r>
            <a:r>
              <a:rPr lang="en-US" sz="3600" dirty="0" smtClean="0"/>
              <a:t> </a:t>
            </a:r>
            <a:r>
              <a:rPr lang="en-US" sz="3600" dirty="0" err="1" smtClean="0"/>
              <a:t>akan</a:t>
            </a:r>
            <a:r>
              <a:rPr lang="en-US" sz="3600" dirty="0" smtClean="0"/>
              <a:t> </a:t>
            </a:r>
            <a:r>
              <a:rPr lang="en-US" sz="3600" dirty="0" err="1" smtClean="0"/>
              <a:t>mendorong</a:t>
            </a:r>
            <a:r>
              <a:rPr lang="en-US" sz="3600" dirty="0" smtClean="0"/>
              <a:t> </a:t>
            </a:r>
            <a:r>
              <a:rPr lang="en-US" sz="3600" dirty="0" err="1" smtClean="0"/>
              <a:t>setiap</a:t>
            </a:r>
            <a:r>
              <a:rPr lang="en-US" sz="3600" dirty="0" smtClean="0"/>
              <a:t> </a:t>
            </a:r>
            <a:r>
              <a:rPr lang="en-US" sz="3600" dirty="0" err="1" smtClean="0"/>
              <a:t>pribadi</a:t>
            </a:r>
            <a:r>
              <a:rPr lang="en-US" sz="3600" dirty="0" smtClean="0"/>
              <a:t> </a:t>
            </a:r>
            <a:r>
              <a:rPr lang="en-US" sz="3600" dirty="0" err="1" smtClean="0"/>
              <a:t>untuk</a:t>
            </a:r>
            <a:r>
              <a:rPr lang="en-US" sz="3600" dirty="0" smtClean="0"/>
              <a:t> </a:t>
            </a:r>
            <a:r>
              <a:rPr lang="en-US" sz="3600" dirty="0" err="1" smtClean="0"/>
              <a:t>proaktif</a:t>
            </a:r>
            <a:r>
              <a:rPr lang="en-US" sz="3600" dirty="0" smtClean="0"/>
              <a:t> </a:t>
            </a:r>
            <a:r>
              <a:rPr lang="en-US" sz="3600" dirty="0" err="1" smtClean="0"/>
              <a:t>melakukan</a:t>
            </a:r>
            <a:r>
              <a:rPr lang="en-US" sz="3600" dirty="0" smtClean="0"/>
              <a:t> </a:t>
            </a:r>
            <a:r>
              <a:rPr lang="en-US" sz="3600" dirty="0" err="1" smtClean="0"/>
              <a:t>pelayanan</a:t>
            </a:r>
            <a:r>
              <a:rPr lang="en-US" sz="3600" dirty="0" smtClean="0"/>
              <a:t> prima yang </a:t>
            </a:r>
            <a:r>
              <a:rPr lang="en-US" sz="3600" dirty="0" err="1" smtClean="0"/>
              <a:t>berkualitas</a:t>
            </a:r>
            <a:r>
              <a:rPr lang="en-US" sz="3600" dirty="0" smtClean="0"/>
              <a:t> </a:t>
            </a:r>
            <a:r>
              <a:rPr lang="en-US" sz="3600" dirty="0" err="1" smtClean="0"/>
              <a:t>terbaik</a:t>
            </a:r>
            <a:r>
              <a:rPr lang="en-US" sz="3600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543800" cy="624840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/>
              <a:t>Customer Service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punya</a:t>
            </a:r>
            <a:r>
              <a:rPr lang="en-US" sz="2800" dirty="0"/>
              <a:t> </a:t>
            </a:r>
            <a:r>
              <a:rPr lang="en-US" sz="2800" dirty="0" err="1"/>
              <a:t>etika</a:t>
            </a:r>
            <a:r>
              <a:rPr lang="en-US" sz="2800" dirty="0"/>
              <a:t> </a:t>
            </a:r>
            <a:r>
              <a:rPr lang="en-US" sz="2800" dirty="0" err="1"/>
              <a:t>tersendiri</a:t>
            </a:r>
            <a:r>
              <a:rPr lang="en-US" sz="2800" dirty="0"/>
              <a:t> </a:t>
            </a:r>
            <a:r>
              <a:rPr lang="en-US" sz="2800" dirty="0" err="1"/>
              <a:t>mengenai</a:t>
            </a:r>
            <a:r>
              <a:rPr lang="en-US" sz="2800" dirty="0"/>
              <a:t> </a:t>
            </a:r>
            <a:r>
              <a:rPr lang="en-US" sz="2800" dirty="0" err="1"/>
              <a:t>bagaimana</a:t>
            </a:r>
            <a:r>
              <a:rPr lang="en-US" sz="2800" dirty="0"/>
              <a:t> </a:t>
            </a:r>
            <a:r>
              <a:rPr lang="en-US" sz="2800" dirty="0" err="1"/>
              <a:t>sikap</a:t>
            </a:r>
            <a:r>
              <a:rPr lang="en-US" sz="2800" dirty="0"/>
              <a:t>, </a:t>
            </a:r>
            <a:r>
              <a:rPr lang="en-US" sz="2800" dirty="0" err="1"/>
              <a:t>perkataan</a:t>
            </a:r>
            <a:r>
              <a:rPr lang="en-US" sz="2800" dirty="0"/>
              <a:t> </a:t>
            </a:r>
            <a:r>
              <a:rPr lang="en-US" sz="2800" dirty="0" err="1"/>
              <a:t>maupun</a:t>
            </a:r>
            <a:r>
              <a:rPr lang="en-US" sz="2800" dirty="0"/>
              <a:t>  </a:t>
            </a:r>
            <a:r>
              <a:rPr lang="en-US" sz="2800" dirty="0" err="1"/>
              <a:t>ucapan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</a:t>
            </a:r>
            <a:r>
              <a:rPr lang="en-US" sz="2800" dirty="0" err="1"/>
              <a:t>pelanggan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/>
              <a:t>Pekerjaan</a:t>
            </a:r>
            <a:r>
              <a:rPr lang="en-US" sz="2800" dirty="0"/>
              <a:t> customer service yang </a:t>
            </a:r>
            <a:r>
              <a:rPr lang="en-US" sz="2800" dirty="0" err="1"/>
              <a:t>bertugas</a:t>
            </a:r>
            <a:r>
              <a:rPr lang="en-US" sz="2800" dirty="0"/>
              <a:t> </a:t>
            </a:r>
            <a:r>
              <a:rPr lang="en-US" sz="2800" dirty="0" err="1"/>
              <a:t>selalu</a:t>
            </a:r>
            <a:r>
              <a:rPr lang="en-US" sz="2800" dirty="0"/>
              <a:t> </a:t>
            </a:r>
            <a:r>
              <a:rPr lang="en-US" sz="2800" dirty="0" err="1"/>
              <a:t>di</a:t>
            </a:r>
            <a:r>
              <a:rPr lang="en-US" sz="2800" dirty="0"/>
              <a:t> </a:t>
            </a:r>
            <a:r>
              <a:rPr lang="en-US" sz="2800" dirty="0" err="1"/>
              <a:t>garis</a:t>
            </a:r>
            <a:r>
              <a:rPr lang="en-US" sz="2800" dirty="0"/>
              <a:t> </a:t>
            </a:r>
            <a:r>
              <a:rPr lang="en-US" sz="2800" dirty="0" err="1"/>
              <a:t>depan</a:t>
            </a:r>
            <a:r>
              <a:rPr lang="en-US" sz="2800" dirty="0"/>
              <a:t>,  </a:t>
            </a:r>
            <a:r>
              <a:rPr lang="en-US" sz="2800" dirty="0" err="1"/>
              <a:t>menghadapi</a:t>
            </a:r>
            <a:r>
              <a:rPr lang="en-US" sz="2800" dirty="0"/>
              <a:t> </a:t>
            </a:r>
            <a:r>
              <a:rPr lang="en-US" sz="2800" dirty="0" err="1"/>
              <a:t>berbagai</a:t>
            </a:r>
            <a:r>
              <a:rPr lang="en-US" sz="2800" dirty="0"/>
              <a:t> </a:t>
            </a:r>
            <a:r>
              <a:rPr lang="en-US" sz="2800" dirty="0" err="1"/>
              <a:t>macam</a:t>
            </a:r>
            <a:r>
              <a:rPr lang="en-US" sz="2800" dirty="0"/>
              <a:t> </a:t>
            </a:r>
            <a:r>
              <a:rPr lang="en-US" sz="2800" dirty="0" err="1"/>
              <a:t>nasabah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pelanggan</a:t>
            </a:r>
            <a:r>
              <a:rPr lang="en-US" sz="2800" dirty="0"/>
              <a:t>, </a:t>
            </a:r>
            <a:r>
              <a:rPr lang="en-US" sz="2800" dirty="0" err="1"/>
              <a:t>bukanlah</a:t>
            </a:r>
            <a:r>
              <a:rPr lang="en-US" sz="2800" dirty="0"/>
              <a:t> </a:t>
            </a:r>
            <a:r>
              <a:rPr lang="en-US" sz="2800" dirty="0" err="1"/>
              <a:t>hal</a:t>
            </a:r>
            <a:r>
              <a:rPr lang="en-US" sz="2800" dirty="0"/>
              <a:t> yang </a:t>
            </a:r>
            <a:r>
              <a:rPr lang="en-US" sz="2800" dirty="0" err="1"/>
              <a:t>mudah</a:t>
            </a:r>
            <a:r>
              <a:rPr lang="en-US" sz="2800" dirty="0"/>
              <a:t>, </a:t>
            </a:r>
            <a:r>
              <a:rPr lang="en-US" sz="2800" dirty="0" err="1"/>
              <a:t>dikarenakan</a:t>
            </a:r>
            <a:r>
              <a:rPr lang="en-US" sz="2800" dirty="0"/>
              <a:t> </a:t>
            </a:r>
            <a:r>
              <a:rPr lang="en-US" sz="2800" dirty="0" err="1"/>
              <a:t>mereka</a:t>
            </a:r>
            <a:r>
              <a:rPr lang="en-US" sz="2800" dirty="0"/>
              <a:t>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menahan</a:t>
            </a:r>
            <a:r>
              <a:rPr lang="en-US" sz="2800" dirty="0"/>
              <a:t> </a:t>
            </a:r>
            <a:r>
              <a:rPr lang="en-US" sz="2800" dirty="0" err="1"/>
              <a:t>diri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terpancing</a:t>
            </a:r>
            <a:r>
              <a:rPr lang="en-US" sz="2800" dirty="0"/>
              <a:t> </a:t>
            </a:r>
            <a:r>
              <a:rPr lang="en-US" sz="2800" dirty="0" err="1"/>
              <a:t>emosi</a:t>
            </a:r>
            <a:r>
              <a:rPr lang="en-US" sz="2800" dirty="0"/>
              <a:t>, </a:t>
            </a:r>
            <a:r>
              <a:rPr lang="en-US" sz="2800" dirty="0" err="1"/>
              <a:t>terutama</a:t>
            </a:r>
            <a:r>
              <a:rPr lang="en-US" sz="2800" dirty="0"/>
              <a:t> </a:t>
            </a:r>
            <a:r>
              <a:rPr lang="en-US" sz="2800" dirty="0" err="1"/>
              <a:t>ketika</a:t>
            </a:r>
            <a:r>
              <a:rPr lang="en-US" sz="2800" dirty="0"/>
              <a:t> customer </a:t>
            </a:r>
            <a:r>
              <a:rPr lang="en-US" sz="2800" dirty="0" err="1"/>
              <a:t>merasa</a:t>
            </a:r>
            <a:r>
              <a:rPr lang="en-US" sz="2800" dirty="0"/>
              <a:t> 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puas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marah-marah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239000" cy="5617536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200" dirty="0" err="1" smtClean="0"/>
              <a:t>Contohnya</a:t>
            </a:r>
            <a:r>
              <a:rPr lang="en-US" sz="3200" dirty="0" smtClean="0"/>
              <a:t> :</a:t>
            </a:r>
          </a:p>
          <a:p>
            <a:r>
              <a:rPr lang="en-US" sz="3200" dirty="0" err="1" smtClean="0"/>
              <a:t>Suatu</a:t>
            </a:r>
            <a:r>
              <a:rPr lang="en-US" sz="3200" dirty="0" smtClean="0"/>
              <a:t> </a:t>
            </a:r>
            <a:r>
              <a:rPr lang="en-US" sz="3200" dirty="0" err="1" smtClean="0"/>
              <a:t>ketika</a:t>
            </a:r>
            <a:r>
              <a:rPr lang="en-US" sz="3200" dirty="0" smtClean="0"/>
              <a:t> </a:t>
            </a:r>
            <a:r>
              <a:rPr lang="en-US" sz="3200" dirty="0" err="1" smtClean="0"/>
              <a:t>saya</a:t>
            </a:r>
            <a:r>
              <a:rPr lang="en-US" sz="3200" dirty="0" smtClean="0"/>
              <a:t> </a:t>
            </a:r>
            <a:r>
              <a:rPr lang="en-US" sz="3200" dirty="0" err="1" smtClean="0"/>
              <a:t>bertemu</a:t>
            </a:r>
            <a:r>
              <a:rPr lang="en-US" sz="3200" dirty="0" smtClean="0"/>
              <a:t> </a:t>
            </a:r>
            <a:r>
              <a:rPr lang="en-US" sz="3200" dirty="0" err="1" smtClean="0"/>
              <a:t>langsung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costumer yang </a:t>
            </a:r>
            <a:r>
              <a:rPr lang="en-US" sz="3200" dirty="0" err="1" smtClean="0"/>
              <a:t>sedang</a:t>
            </a:r>
            <a:r>
              <a:rPr lang="en-US" sz="3200" dirty="0" smtClean="0"/>
              <a:t> </a:t>
            </a:r>
            <a:r>
              <a:rPr lang="en-US" sz="3200" dirty="0" err="1" smtClean="0"/>
              <a:t>emosi</a:t>
            </a:r>
            <a:r>
              <a:rPr lang="en-US" sz="3200" dirty="0" smtClean="0"/>
              <a:t>, </a:t>
            </a:r>
          </a:p>
          <a:p>
            <a:r>
              <a:rPr lang="en-US" sz="3200" dirty="0" err="1" smtClean="0"/>
              <a:t>Tugasnya</a:t>
            </a:r>
            <a:r>
              <a:rPr lang="en-US" sz="3200" dirty="0" smtClean="0"/>
              <a:t>  </a:t>
            </a:r>
            <a:r>
              <a:rPr lang="en-US" sz="3200" dirty="0" err="1" smtClean="0"/>
              <a:t>sebagai</a:t>
            </a:r>
            <a:r>
              <a:rPr lang="en-US" sz="3200" dirty="0" smtClean="0"/>
              <a:t> customer service </a:t>
            </a:r>
            <a:r>
              <a:rPr lang="en-US" sz="3200" dirty="0" err="1" smtClean="0"/>
              <a:t>adalah</a:t>
            </a:r>
            <a:r>
              <a:rPr lang="en-US" sz="3200" dirty="0" smtClean="0"/>
              <a:t> </a:t>
            </a:r>
            <a:r>
              <a:rPr lang="en-US" sz="3200" dirty="0" err="1" smtClean="0"/>
              <a:t>menjawab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sopan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juga</a:t>
            </a:r>
            <a:r>
              <a:rPr lang="en-US" sz="3200" dirty="0" smtClean="0"/>
              <a:t> </a:t>
            </a:r>
            <a:r>
              <a:rPr lang="en-US" sz="3200" dirty="0" err="1" smtClean="0"/>
              <a:t>dalam</a:t>
            </a:r>
            <a:r>
              <a:rPr lang="en-US" sz="3200" dirty="0" smtClean="0"/>
              <a:t> </a:t>
            </a:r>
            <a:r>
              <a:rPr lang="en-US" sz="3200" dirty="0" err="1" smtClean="0"/>
              <a:t>batas-batas</a:t>
            </a:r>
            <a:r>
              <a:rPr lang="en-US" sz="3200" dirty="0" smtClean="0"/>
              <a:t> </a:t>
            </a:r>
            <a:r>
              <a:rPr lang="en-US" sz="3200" dirty="0" err="1" smtClean="0"/>
              <a:t>kesopanan</a:t>
            </a:r>
            <a:endParaRPr lang="en-US" sz="32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fslib.info/docs/ezines/video-snap-animation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447800"/>
            <a:ext cx="6705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 smtClean="0"/>
              <a:t>beberapa</a:t>
            </a:r>
            <a:r>
              <a:rPr lang="en-US" sz="2800" dirty="0" smtClean="0"/>
              <a:t> </a:t>
            </a:r>
            <a:r>
              <a:rPr lang="en-US" sz="2800" dirty="0" err="1" smtClean="0"/>
              <a:t>etika</a:t>
            </a:r>
            <a:r>
              <a:rPr lang="en-US" sz="2800" dirty="0" smtClean="0"/>
              <a:t> </a:t>
            </a:r>
            <a:r>
              <a:rPr lang="en-US" sz="2800" dirty="0" err="1" smtClean="0"/>
              <a:t>dalam</a:t>
            </a:r>
            <a:r>
              <a:rPr lang="en-US" sz="2800" dirty="0" smtClean="0"/>
              <a:t> </a:t>
            </a:r>
            <a:r>
              <a:rPr lang="en-US" sz="2800" dirty="0" err="1" smtClean="0"/>
              <a:t>berkomunikasi</a:t>
            </a:r>
            <a:r>
              <a:rPr lang="en-US" sz="2800" dirty="0" smtClean="0"/>
              <a:t> </a:t>
            </a:r>
            <a:r>
              <a:rPr lang="en-US" sz="2800" dirty="0" err="1" smtClean="0"/>
              <a:t>antara</a:t>
            </a:r>
            <a:r>
              <a:rPr lang="en-US" sz="2800" dirty="0" smtClean="0"/>
              <a:t> </a:t>
            </a:r>
            <a:r>
              <a:rPr lang="en-US" sz="2800" dirty="0" err="1" smtClean="0"/>
              <a:t>manusia</a:t>
            </a:r>
            <a:r>
              <a:rPr lang="en-US" sz="2800" dirty="0" smtClean="0"/>
              <a:t> </a:t>
            </a:r>
            <a:r>
              <a:rPr lang="en-US" sz="2800" dirty="0" err="1" smtClean="0"/>
              <a:t>dalam</a:t>
            </a:r>
            <a:r>
              <a:rPr lang="en-US" sz="2800" dirty="0" smtClean="0"/>
              <a:t> </a:t>
            </a:r>
            <a:r>
              <a:rPr lang="en-US" sz="2800" dirty="0" err="1" smtClean="0"/>
              <a:t>kehidupan</a:t>
            </a:r>
            <a:r>
              <a:rPr lang="en-US" sz="2800" dirty="0" smtClean="0"/>
              <a:t> </a:t>
            </a:r>
            <a:r>
              <a:rPr lang="en-US" sz="2800" dirty="0" err="1" smtClean="0"/>
              <a:t>seharian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indent="-61913">
              <a:buNone/>
            </a:pPr>
            <a:r>
              <a:rPr lang="en-US" sz="3200" dirty="0" smtClean="0"/>
              <a:t>1.Jujur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 smtClean="0"/>
              <a:t>berbohong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2. </a:t>
            </a:r>
            <a:r>
              <a:rPr lang="en-US" sz="3200" dirty="0" err="1" smtClean="0"/>
              <a:t>Bersikap</a:t>
            </a:r>
            <a:r>
              <a:rPr lang="en-US" sz="3200" dirty="0" smtClean="0"/>
              <a:t> </a:t>
            </a:r>
            <a:r>
              <a:rPr lang="en-US" sz="3200" dirty="0" err="1" smtClean="0"/>
              <a:t>dewasa</a:t>
            </a:r>
            <a:r>
              <a:rPr lang="en-US" sz="3200" dirty="0" smtClean="0"/>
              <a:t> </a:t>
            </a:r>
            <a:r>
              <a:rPr lang="en-US" sz="3200" dirty="0" err="1" smtClean="0"/>
              <a:t>serta</a:t>
            </a:r>
            <a:r>
              <a:rPr lang="en-US" sz="3200" dirty="0" smtClean="0"/>
              <a:t> </a:t>
            </a:r>
            <a:r>
              <a:rPr lang="en-US" sz="3200" dirty="0" err="1" smtClean="0"/>
              <a:t>matang</a:t>
            </a:r>
            <a:r>
              <a:rPr lang="en-US" sz="3200" dirty="0" smtClean="0"/>
              <a:t>.</a:t>
            </a:r>
            <a:br>
              <a:rPr lang="en-US" sz="3200" dirty="0" smtClean="0"/>
            </a:br>
            <a:r>
              <a:rPr lang="en-US" sz="3200" dirty="0" smtClean="0"/>
              <a:t>3. </a:t>
            </a:r>
            <a:r>
              <a:rPr lang="en-US" sz="3200" dirty="0" err="1" smtClean="0"/>
              <a:t>Mempunyai</a:t>
            </a:r>
            <a:r>
              <a:rPr lang="en-US" sz="3200" dirty="0" smtClean="0"/>
              <a:t> </a:t>
            </a:r>
            <a:r>
              <a:rPr lang="en-US" sz="3200" dirty="0" err="1" smtClean="0"/>
              <a:t>sifat</a:t>
            </a:r>
            <a:r>
              <a:rPr lang="en-US" sz="3200" dirty="0" smtClean="0"/>
              <a:t> yang </a:t>
            </a:r>
            <a:r>
              <a:rPr lang="en-US" sz="3200" dirty="0" err="1" smtClean="0"/>
              <a:t>terbuka</a:t>
            </a:r>
            <a:r>
              <a:rPr lang="en-US" sz="3200" dirty="0" smtClean="0"/>
              <a:t>   </a:t>
            </a:r>
            <a:r>
              <a:rPr lang="en-US" sz="3200" dirty="0" err="1" smtClean="0"/>
              <a:t>dalam</a:t>
            </a:r>
            <a:r>
              <a:rPr lang="en-US" sz="3200" dirty="0" smtClean="0"/>
              <a:t> </a:t>
            </a:r>
            <a:r>
              <a:rPr lang="en-US" sz="3200" dirty="0" err="1" smtClean="0"/>
              <a:t>berkomunikasi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4. </a:t>
            </a:r>
            <a:r>
              <a:rPr lang="en-US" sz="3200" dirty="0" err="1" smtClean="0"/>
              <a:t>Menggunakan</a:t>
            </a:r>
            <a:r>
              <a:rPr lang="en-US" sz="3200" dirty="0" smtClean="0"/>
              <a:t> </a:t>
            </a:r>
            <a:r>
              <a:rPr lang="en-US" sz="3200" dirty="0" err="1" smtClean="0"/>
              <a:t>panggilan</a:t>
            </a:r>
            <a:r>
              <a:rPr lang="en-US" sz="3200" dirty="0" smtClean="0"/>
              <a:t> yang </a:t>
            </a:r>
            <a:r>
              <a:rPr lang="en-US" sz="3200" dirty="0" err="1" smtClean="0"/>
              <a:t>bersesuaian</a:t>
            </a:r>
            <a:r>
              <a:rPr lang="en-US" sz="3200" dirty="0" smtClean="0"/>
              <a:t> </a:t>
            </a:r>
            <a:r>
              <a:rPr lang="en-US" sz="3200" dirty="0" err="1" smtClean="0"/>
              <a:t>kepada</a:t>
            </a:r>
            <a:r>
              <a:rPr lang="en-US" sz="3200" dirty="0" smtClean="0"/>
              <a:t> </a:t>
            </a:r>
            <a:r>
              <a:rPr lang="en-US" sz="3200" dirty="0" err="1" smtClean="0"/>
              <a:t>seseorang</a:t>
            </a:r>
            <a:r>
              <a:rPr lang="en-US" sz="3200" dirty="0" smtClean="0"/>
              <a:t> </a:t>
            </a:r>
            <a:r>
              <a:rPr lang="en-US" sz="3200" dirty="0" err="1" smtClean="0"/>
              <a:t>individu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5. </a:t>
            </a:r>
            <a:r>
              <a:rPr lang="en-US" sz="3200" dirty="0" err="1" smtClean="0"/>
              <a:t>Menggunakan</a:t>
            </a:r>
            <a:r>
              <a:rPr lang="en-US" sz="3200" dirty="0" smtClean="0"/>
              <a:t> </a:t>
            </a:r>
            <a:r>
              <a:rPr lang="en-US" sz="3200" dirty="0" err="1" smtClean="0"/>
              <a:t>bahasa</a:t>
            </a:r>
            <a:r>
              <a:rPr lang="en-US" sz="3200" dirty="0" smtClean="0"/>
              <a:t> yang </a:t>
            </a:r>
            <a:r>
              <a:rPr lang="en-US" sz="3200" dirty="0" err="1" smtClean="0"/>
              <a:t>efektif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efisien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3716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7239000" cy="5769936"/>
          </a:xfrm>
        </p:spPr>
        <p:txBody>
          <a:bodyPr/>
          <a:lstStyle/>
          <a:p>
            <a:pPr marL="623888" indent="-623888">
              <a:buNone/>
            </a:pPr>
            <a:r>
              <a:rPr lang="en-US" dirty="0" smtClean="0"/>
              <a:t>6. 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 smtClean="0"/>
              <a:t>terlalu</a:t>
            </a:r>
            <a:r>
              <a:rPr lang="en-US" sz="3200" dirty="0" smtClean="0"/>
              <a:t> </a:t>
            </a:r>
            <a:r>
              <a:rPr lang="en-US" sz="3200" dirty="0" err="1" smtClean="0"/>
              <a:t>emosional</a:t>
            </a:r>
            <a:r>
              <a:rPr lang="en-US" sz="3200" dirty="0" smtClean="0"/>
              <a:t> </a:t>
            </a:r>
            <a:r>
              <a:rPr lang="en-US" sz="3200" dirty="0" err="1" smtClean="0"/>
              <a:t>dalam</a:t>
            </a:r>
            <a:r>
              <a:rPr lang="en-US" sz="3200" dirty="0" smtClean="0"/>
              <a:t> </a:t>
            </a:r>
            <a:r>
              <a:rPr lang="en-US" sz="3200" dirty="0" err="1" smtClean="0"/>
              <a:t>sesuatu</a:t>
            </a:r>
            <a:r>
              <a:rPr lang="en-US" sz="3200" dirty="0" smtClean="0"/>
              <a:t> </a:t>
            </a:r>
            <a:r>
              <a:rPr lang="en-US" sz="3200" dirty="0" err="1" smtClean="0"/>
              <a:t>perbincangan</a:t>
            </a:r>
            <a:endParaRPr lang="en-US" sz="3200" dirty="0" smtClean="0"/>
          </a:p>
          <a:p>
            <a:pPr marL="623888" indent="-623888">
              <a:buAutoNum type="arabicPeriod" startAt="7"/>
            </a:pPr>
            <a:r>
              <a:rPr lang="en-US" sz="3200" dirty="0" err="1" smtClean="0"/>
              <a:t>Berinisiatif</a:t>
            </a:r>
            <a:r>
              <a:rPr lang="en-US" sz="3200" dirty="0" smtClean="0"/>
              <a:t> </a:t>
            </a:r>
            <a:r>
              <a:rPr lang="en-US" sz="3200" dirty="0" err="1" smtClean="0"/>
              <a:t>sebagai</a:t>
            </a:r>
            <a:r>
              <a:rPr lang="en-US" sz="3200" dirty="0" smtClean="0"/>
              <a:t> </a:t>
            </a:r>
            <a:r>
              <a:rPr lang="en-US" sz="3200" dirty="0" err="1" smtClean="0"/>
              <a:t>pembuka</a:t>
            </a:r>
            <a:r>
              <a:rPr lang="en-US" sz="3200" dirty="0" smtClean="0"/>
              <a:t> </a:t>
            </a:r>
            <a:r>
              <a:rPr lang="en-US" sz="3200" dirty="0" err="1" smtClean="0"/>
              <a:t>bicara</a:t>
            </a:r>
            <a:endParaRPr lang="en-US" sz="3200" dirty="0" smtClean="0"/>
          </a:p>
          <a:p>
            <a:pPr marL="623888" indent="-623888">
              <a:buAutoNum type="arabicPeriod" startAt="7"/>
            </a:pPr>
            <a:r>
              <a:rPr lang="en-US" sz="3200" dirty="0" err="1" smtClean="0"/>
              <a:t>Berbahasa</a:t>
            </a:r>
            <a:r>
              <a:rPr lang="en-US" sz="3200" dirty="0" smtClean="0"/>
              <a:t> yang </a:t>
            </a:r>
            <a:r>
              <a:rPr lang="en-US" sz="3200" dirty="0" err="1" smtClean="0"/>
              <a:t>baik</a:t>
            </a:r>
            <a:r>
              <a:rPr lang="en-US" sz="3200" dirty="0" smtClean="0"/>
              <a:t>, </a:t>
            </a:r>
            <a:r>
              <a:rPr lang="en-US" sz="3200" dirty="0" err="1" smtClean="0"/>
              <a:t>ramah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sopan</a:t>
            </a:r>
            <a:r>
              <a:rPr lang="en-US" sz="3200" dirty="0" smtClean="0"/>
              <a:t> </a:t>
            </a:r>
            <a:r>
              <a:rPr lang="en-US" sz="3200" dirty="0" err="1" smtClean="0"/>
              <a:t>santun</a:t>
            </a:r>
            <a:endParaRPr lang="en-US" sz="3200" dirty="0" smtClean="0"/>
          </a:p>
          <a:p>
            <a:pPr marL="623888" indent="-623888">
              <a:buAutoNum type="arabicPeriod" startAt="7"/>
            </a:pPr>
            <a:r>
              <a:rPr lang="en-US" sz="3200" dirty="0" err="1" smtClean="0"/>
              <a:t>Memakai</a:t>
            </a:r>
            <a:r>
              <a:rPr lang="en-US" sz="3200" dirty="0" smtClean="0"/>
              <a:t> </a:t>
            </a:r>
            <a:r>
              <a:rPr lang="en-US" sz="3200" dirty="0" err="1" smtClean="0"/>
              <a:t>pakaian</a:t>
            </a:r>
            <a:r>
              <a:rPr lang="en-US" sz="3200" dirty="0" smtClean="0"/>
              <a:t> yang </a:t>
            </a:r>
            <a:r>
              <a:rPr lang="en-US" sz="3200" dirty="0" err="1" smtClean="0"/>
              <a:t>bersesuaian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keadaan</a:t>
            </a:r>
            <a:r>
              <a:rPr lang="en-US" sz="3200" dirty="0" smtClean="0"/>
              <a:t> </a:t>
            </a:r>
            <a:r>
              <a:rPr lang="en-US" sz="3200" dirty="0" err="1" smtClean="0"/>
              <a:t>atau</a:t>
            </a:r>
            <a:r>
              <a:rPr lang="en-US" sz="3200" dirty="0" smtClean="0"/>
              <a:t> </a:t>
            </a:r>
            <a:r>
              <a:rPr lang="en-US" sz="3200" dirty="0" err="1" smtClean="0"/>
              <a:t>tempat</a:t>
            </a:r>
            <a:r>
              <a:rPr lang="en-US" sz="3200" dirty="0" smtClean="0"/>
              <a:t>.</a:t>
            </a:r>
          </a:p>
          <a:p>
            <a:pPr marL="623888" indent="-623888">
              <a:buAutoNum type="arabicPeriod" startAt="7"/>
            </a:pPr>
            <a:r>
              <a:rPr lang="en-US" sz="3200" dirty="0" err="1" smtClean="0"/>
              <a:t>Mempunyai</a:t>
            </a:r>
            <a:r>
              <a:rPr lang="en-US" sz="3200" dirty="0" smtClean="0"/>
              <a:t> </a:t>
            </a:r>
            <a:r>
              <a:rPr lang="en-US" sz="3200" dirty="0" err="1" smtClean="0"/>
              <a:t>tingkah</a:t>
            </a:r>
            <a:r>
              <a:rPr lang="en-US" sz="3200" dirty="0" smtClean="0"/>
              <a:t> </a:t>
            </a:r>
            <a:r>
              <a:rPr lang="en-US" sz="3200" dirty="0" err="1" smtClean="0"/>
              <a:t>laku</a:t>
            </a:r>
            <a:r>
              <a:rPr lang="en-US" sz="3200" dirty="0" smtClean="0"/>
              <a:t> yang </a:t>
            </a:r>
            <a:r>
              <a:rPr lang="en-US" sz="3200" dirty="0" err="1" smtClean="0"/>
              <a:t>baik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id-ID" dirty="0"/>
              <a:t>    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kesopanan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239000" cy="5160336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2800" dirty="0" err="1"/>
              <a:t>Pelanggan</a:t>
            </a:r>
            <a:r>
              <a:rPr lang="en-US" sz="2800" dirty="0"/>
              <a:t>, </a:t>
            </a:r>
            <a:r>
              <a:rPr lang="en-US" sz="2800" dirty="0" err="1"/>
              <a:t>selain</a:t>
            </a:r>
            <a:r>
              <a:rPr lang="en-US" sz="2800" dirty="0"/>
              <a:t> </a:t>
            </a:r>
            <a:r>
              <a:rPr lang="en-US" sz="2800" dirty="0" err="1"/>
              <a:t>ingin</a:t>
            </a:r>
            <a:r>
              <a:rPr lang="en-US" sz="2800" dirty="0"/>
              <a:t> </a:t>
            </a:r>
            <a:r>
              <a:rPr lang="en-US" sz="2800" dirty="0" err="1"/>
              <a:t>merasa</a:t>
            </a:r>
            <a:r>
              <a:rPr lang="en-US" sz="2800" dirty="0"/>
              <a:t> </a:t>
            </a:r>
            <a:r>
              <a:rPr lang="en-US" sz="2800" dirty="0" err="1"/>
              <a:t>diterima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nyaman</a:t>
            </a:r>
            <a:r>
              <a:rPr lang="en-US" sz="2800" dirty="0"/>
              <a:t>, </a:t>
            </a:r>
            <a:r>
              <a:rPr lang="en-US" sz="2800" dirty="0" err="1"/>
              <a:t>juga</a:t>
            </a:r>
            <a:r>
              <a:rPr lang="en-US" sz="2800" dirty="0"/>
              <a:t> </a:t>
            </a:r>
            <a:r>
              <a:rPr lang="en-US" sz="2800" dirty="0" err="1"/>
              <a:t>ingin</a:t>
            </a:r>
            <a:r>
              <a:rPr lang="en-US" sz="2800" dirty="0"/>
              <a:t> </a:t>
            </a:r>
            <a:r>
              <a:rPr lang="en-US" sz="2800" dirty="0" err="1"/>
              <a:t>diperlakukan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sopan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, </a:t>
            </a:r>
            <a:r>
              <a:rPr lang="en-US" sz="2800" dirty="0" err="1"/>
              <a:t>hal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sikap</a:t>
            </a:r>
            <a:r>
              <a:rPr lang="en-US" sz="2800" dirty="0"/>
              <a:t> </a:t>
            </a:r>
            <a:r>
              <a:rPr lang="en-US" sz="2800" dirty="0" err="1"/>
              <a:t>otomatis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seluruh</a:t>
            </a:r>
            <a:r>
              <a:rPr lang="en-US" sz="2800" dirty="0"/>
              <a:t> </a:t>
            </a:r>
            <a:r>
              <a:rPr lang="en-US" sz="2800" dirty="0" err="1"/>
              <a:t>petugas</a:t>
            </a:r>
            <a:r>
              <a:rPr lang="en-US" sz="2800" dirty="0"/>
              <a:t> </a:t>
            </a:r>
            <a:r>
              <a:rPr lang="en-US" sz="2800" dirty="0" err="1"/>
              <a:t>pelayanan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sekedar</a:t>
            </a:r>
            <a:r>
              <a:rPr lang="en-US" sz="2800" dirty="0"/>
              <a:t> </a:t>
            </a:r>
            <a:r>
              <a:rPr lang="en-US" sz="2800" dirty="0" err="1"/>
              <a:t>mengucapkan</a:t>
            </a:r>
            <a:r>
              <a:rPr lang="en-US" sz="2800" dirty="0"/>
              <a:t> </a:t>
            </a:r>
            <a:r>
              <a:rPr lang="en-US" sz="2800" dirty="0" err="1"/>
              <a:t>terima</a:t>
            </a:r>
            <a:r>
              <a:rPr lang="en-US" sz="2800" dirty="0"/>
              <a:t> </a:t>
            </a:r>
            <a:r>
              <a:rPr lang="en-US" sz="2800" dirty="0" err="1"/>
              <a:t>kasih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kembali</a:t>
            </a:r>
            <a:r>
              <a:rPr lang="en-US" sz="2800" dirty="0"/>
              <a:t>, </a:t>
            </a:r>
            <a:r>
              <a:rPr lang="en-US" sz="2800" dirty="0" err="1"/>
              <a:t>kesopanan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tingkah</a:t>
            </a:r>
            <a:r>
              <a:rPr lang="en-US" sz="2800" dirty="0"/>
              <a:t> </a:t>
            </a:r>
            <a:r>
              <a:rPr lang="en-US" sz="2800" dirty="0" err="1"/>
              <a:t>laku</a:t>
            </a:r>
            <a:r>
              <a:rPr lang="en-US" sz="2800" dirty="0"/>
              <a:t> yang </a:t>
            </a:r>
            <a:r>
              <a:rPr lang="en-US" sz="2800" dirty="0" err="1"/>
              <a:t>didengar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dirasakan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pelanggan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7239000" cy="6074736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 err="1"/>
              <a:t>Pelanggan</a:t>
            </a:r>
            <a:r>
              <a:rPr lang="en-US" dirty="0"/>
              <a:t> yang </a:t>
            </a:r>
            <a:r>
              <a:rPr lang="en-US" dirty="0" err="1"/>
              <a:t>sungguh-sungguh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haruslah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perlakukan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sikap</a:t>
            </a:r>
            <a:r>
              <a:rPr lang="en-US" dirty="0"/>
              <a:t> </a:t>
            </a:r>
            <a:r>
              <a:rPr lang="en-US" dirty="0" err="1"/>
              <a:t>sopan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situasi</a:t>
            </a:r>
            <a:r>
              <a:rPr lang="en-US" dirty="0"/>
              <a:t>, </a:t>
            </a:r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/customer </a:t>
            </a:r>
            <a:r>
              <a:rPr lang="en-US" dirty="0" err="1"/>
              <a:t>marah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sikap</a:t>
            </a:r>
            <a:r>
              <a:rPr lang="en-US" dirty="0"/>
              <a:t> </a:t>
            </a:r>
            <a:r>
              <a:rPr lang="en-US" dirty="0" err="1"/>
              <a:t>permusuhan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agresif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Kita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mendengarkan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alasan</a:t>
            </a:r>
            <a:r>
              <a:rPr lang="en-US" dirty="0"/>
              <a:t>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marah</a:t>
            </a:r>
            <a:r>
              <a:rPr lang="en-US" dirty="0"/>
              <a:t>, </a:t>
            </a:r>
            <a:r>
              <a:rPr lang="en-US" dirty="0" err="1"/>
              <a:t>hindari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bersikap</a:t>
            </a:r>
            <a:r>
              <a:rPr lang="en-US" dirty="0"/>
              <a:t> </a:t>
            </a:r>
            <a:r>
              <a:rPr lang="en-US" dirty="0" err="1"/>
              <a:t>emosional</a:t>
            </a:r>
            <a:r>
              <a:rPr lang="en-US" dirty="0"/>
              <a:t> </a:t>
            </a:r>
            <a:r>
              <a:rPr lang="en-US" dirty="0" err="1"/>
              <a:t>sesaat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berbicaralah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sopan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berharap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diterima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 smtClean="0"/>
              <a:t>Profesionalisme</a:t>
            </a:r>
            <a:r>
              <a:rPr lang="en-US" sz="4000" dirty="0" smtClean="0"/>
              <a:t> </a:t>
            </a:r>
            <a:r>
              <a:rPr lang="en-US" sz="4000" dirty="0" err="1" smtClean="0"/>
              <a:t>mewajibkan</a:t>
            </a:r>
            <a:r>
              <a:rPr lang="en-US" sz="4000" dirty="0" smtClean="0"/>
              <a:t> </a:t>
            </a:r>
            <a:r>
              <a:rPr lang="en-US" sz="4000" dirty="0" err="1" smtClean="0"/>
              <a:t>seorang</a:t>
            </a:r>
            <a:r>
              <a:rPr lang="en-US" sz="4000" dirty="0" smtClean="0"/>
              <a:t> customer service </a:t>
            </a:r>
            <a:r>
              <a:rPr lang="en-US" sz="4000" dirty="0" err="1" smtClean="0"/>
              <a:t>tetap</a:t>
            </a:r>
            <a:r>
              <a:rPr lang="en-US" sz="4000" dirty="0" smtClean="0"/>
              <a:t> </a:t>
            </a:r>
            <a:r>
              <a:rPr lang="en-US" sz="4000" dirty="0" err="1" smtClean="0"/>
              <a:t>dapat</a:t>
            </a:r>
            <a:r>
              <a:rPr lang="en-US" sz="4000" dirty="0" smtClean="0"/>
              <a:t> </a:t>
            </a:r>
            <a:r>
              <a:rPr lang="en-US" sz="4000" dirty="0" err="1" smtClean="0"/>
              <a:t>menghadapi</a:t>
            </a:r>
            <a:r>
              <a:rPr lang="en-US" sz="4000" dirty="0" smtClean="0"/>
              <a:t> </a:t>
            </a:r>
            <a:r>
              <a:rPr lang="en-US" sz="4000" dirty="0" err="1" smtClean="0"/>
              <a:t>tingkah</a:t>
            </a:r>
            <a:r>
              <a:rPr lang="en-US" sz="4000" dirty="0" smtClean="0"/>
              <a:t> </a:t>
            </a:r>
            <a:r>
              <a:rPr lang="en-US" sz="4000" dirty="0" err="1" smtClean="0"/>
              <a:t>laku</a:t>
            </a:r>
            <a:r>
              <a:rPr lang="en-US" sz="4000" dirty="0" smtClean="0"/>
              <a:t> </a:t>
            </a:r>
            <a:r>
              <a:rPr lang="en-US" sz="4000" dirty="0" err="1" smtClean="0"/>
              <a:t>pelanggan</a:t>
            </a:r>
            <a:r>
              <a:rPr lang="en-US" sz="4000" dirty="0" smtClean="0"/>
              <a:t> </a:t>
            </a:r>
            <a:r>
              <a:rPr lang="en-US" sz="4000" dirty="0" err="1" smtClean="0"/>
              <a:t>dengan</a:t>
            </a:r>
            <a:r>
              <a:rPr lang="en-US" sz="4000" dirty="0" smtClean="0"/>
              <a:t> </a:t>
            </a:r>
            <a:r>
              <a:rPr lang="en-US" sz="4000" dirty="0" err="1" smtClean="0"/>
              <a:t>sopan</a:t>
            </a:r>
            <a:endParaRPr lang="en-US" sz="4000" dirty="0" smtClean="0"/>
          </a:p>
          <a:p>
            <a:pPr algn="ctr"/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70560"/>
          </a:xfrm>
        </p:spPr>
        <p:txBody>
          <a:bodyPr>
            <a:normAutofit/>
          </a:bodyPr>
          <a:lstStyle/>
          <a:p>
            <a:r>
              <a:rPr lang="id-ID" dirty="0" smtClean="0"/>
              <a:t>  </a:t>
            </a:r>
            <a:r>
              <a:rPr lang="en-US" dirty="0" err="1"/>
              <a:t>Mengucapkan</a:t>
            </a:r>
            <a:r>
              <a:rPr lang="en-US" dirty="0"/>
              <a:t> </a:t>
            </a:r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077200" cy="579120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US" sz="3200" dirty="0" err="1"/>
              <a:t>akhir</a:t>
            </a:r>
            <a:r>
              <a:rPr lang="en-US" sz="3200" dirty="0"/>
              <a:t> </a:t>
            </a:r>
            <a:r>
              <a:rPr lang="en-US" sz="3200" dirty="0" err="1"/>
              <a:t>percakapan</a:t>
            </a:r>
            <a:r>
              <a:rPr lang="en-US" sz="3200" dirty="0"/>
              <a:t> </a:t>
            </a:r>
            <a:r>
              <a:rPr lang="en-US" sz="3200" dirty="0" err="1"/>
              <a:t>biasakan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mengucapkan</a:t>
            </a:r>
            <a:r>
              <a:rPr lang="en-US" sz="3200" dirty="0"/>
              <a:t> </a:t>
            </a:r>
            <a:r>
              <a:rPr lang="en-US" sz="3200" dirty="0" err="1"/>
              <a:t>terima</a:t>
            </a:r>
            <a:r>
              <a:rPr lang="en-US" sz="3200" dirty="0"/>
              <a:t> </a:t>
            </a:r>
            <a:r>
              <a:rPr lang="en-US" sz="3200" dirty="0" err="1"/>
              <a:t>kasih</a:t>
            </a:r>
            <a:r>
              <a:rPr lang="en-US" sz="3200" dirty="0"/>
              <a:t>, </a:t>
            </a:r>
            <a:endParaRPr lang="en-US" sz="3200" dirty="0" smtClean="0"/>
          </a:p>
          <a:p>
            <a:r>
              <a:rPr lang="en-US" sz="3200" dirty="0" err="1" smtClean="0"/>
              <a:t>Beberapa</a:t>
            </a:r>
            <a:r>
              <a:rPr lang="en-US" sz="3200" dirty="0" smtClean="0"/>
              <a:t> </a:t>
            </a:r>
            <a:r>
              <a:rPr lang="en-US" sz="3200" dirty="0" err="1"/>
              <a:t>contoh</a:t>
            </a:r>
            <a:r>
              <a:rPr lang="en-US" sz="3200" dirty="0"/>
              <a:t> yang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disampaikan</a:t>
            </a:r>
            <a:r>
              <a:rPr lang="en-US" sz="3200" dirty="0"/>
              <a:t> </a:t>
            </a:r>
            <a:r>
              <a:rPr lang="en-US" sz="3200" dirty="0" err="1"/>
              <a:t>mengenai</a:t>
            </a:r>
            <a:r>
              <a:rPr lang="en-US" sz="3200" dirty="0"/>
              <a:t> </a:t>
            </a:r>
            <a:r>
              <a:rPr lang="en-US" sz="3200" dirty="0" err="1"/>
              <a:t>ucapan</a:t>
            </a:r>
            <a:r>
              <a:rPr lang="en-US" sz="3200" dirty="0"/>
              <a:t> </a:t>
            </a:r>
            <a:r>
              <a:rPr lang="en-US" sz="3200" dirty="0" err="1"/>
              <a:t>terima</a:t>
            </a:r>
            <a:r>
              <a:rPr lang="en-US" sz="3200" dirty="0"/>
              <a:t> </a:t>
            </a:r>
            <a:r>
              <a:rPr lang="en-US" sz="3200" dirty="0" err="1"/>
              <a:t>kasih</a:t>
            </a:r>
            <a:r>
              <a:rPr lang="en-US" sz="3200" dirty="0"/>
              <a:t>, </a:t>
            </a:r>
            <a:r>
              <a:rPr lang="en-US" sz="3200" dirty="0" err="1"/>
              <a:t>sebagai</a:t>
            </a:r>
            <a:r>
              <a:rPr lang="en-US" sz="3200" dirty="0"/>
              <a:t> </a:t>
            </a:r>
            <a:r>
              <a:rPr lang="en-US" sz="3200" dirty="0" err="1"/>
              <a:t>berikut</a:t>
            </a:r>
            <a:r>
              <a:rPr lang="en-US" sz="3200" dirty="0"/>
              <a:t> :</a:t>
            </a:r>
          </a:p>
          <a:p>
            <a:r>
              <a:rPr lang="en-US" sz="3200" dirty="0" err="1"/>
              <a:t>Terima</a:t>
            </a:r>
            <a:r>
              <a:rPr lang="en-US" sz="3200" dirty="0"/>
              <a:t> </a:t>
            </a:r>
            <a:r>
              <a:rPr lang="en-US" sz="3200" dirty="0" err="1"/>
              <a:t>kasih</a:t>
            </a:r>
            <a:r>
              <a:rPr lang="en-US" sz="3200" dirty="0"/>
              <a:t>,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telah</a:t>
            </a:r>
            <a:r>
              <a:rPr lang="en-US" sz="3200" dirty="0"/>
              <a:t> </a:t>
            </a:r>
            <a:r>
              <a:rPr lang="en-US" sz="3200" dirty="0" err="1"/>
              <a:t>menghubungi</a:t>
            </a:r>
            <a:r>
              <a:rPr lang="en-US" sz="3200" dirty="0"/>
              <a:t> </a:t>
            </a:r>
            <a:r>
              <a:rPr lang="en-US" sz="3200" dirty="0" err="1"/>
              <a:t>kami</a:t>
            </a:r>
            <a:endParaRPr lang="en-US" sz="3200" dirty="0"/>
          </a:p>
          <a:p>
            <a:r>
              <a:rPr lang="en-US" sz="3200" dirty="0" err="1"/>
              <a:t>Terima</a:t>
            </a:r>
            <a:r>
              <a:rPr lang="en-US" sz="3200" dirty="0"/>
              <a:t> </a:t>
            </a:r>
            <a:r>
              <a:rPr lang="en-US" sz="3200" dirty="0" err="1"/>
              <a:t>kasih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pesanan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endParaRPr lang="en-US" sz="3200" dirty="0"/>
          </a:p>
          <a:p>
            <a:r>
              <a:rPr lang="en-US" sz="3200" dirty="0" err="1"/>
              <a:t>Kami</a:t>
            </a:r>
            <a:r>
              <a:rPr lang="en-US" sz="3200" dirty="0"/>
              <a:t> </a:t>
            </a:r>
            <a:r>
              <a:rPr lang="en-US" sz="3200" dirty="0" err="1"/>
              <a:t>menghargai</a:t>
            </a:r>
            <a:r>
              <a:rPr lang="en-US" sz="3200" dirty="0"/>
              <a:t> </a:t>
            </a:r>
            <a:r>
              <a:rPr lang="en-US" sz="3200" dirty="0" err="1"/>
              <a:t>usaha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1816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239000" cy="5465136"/>
          </a:xfrm>
          <a:solidFill>
            <a:srgbClr val="FFC000"/>
          </a:solidFill>
        </p:spPr>
        <p:txBody>
          <a:bodyPr/>
          <a:lstStyle/>
          <a:p>
            <a:r>
              <a:rPr lang="en-US" sz="3200" dirty="0" err="1" smtClean="0"/>
              <a:t>Jangan</a:t>
            </a:r>
            <a:r>
              <a:rPr lang="en-US" sz="3200" dirty="0" smtClean="0"/>
              <a:t> </a:t>
            </a:r>
            <a:r>
              <a:rPr lang="en-US" sz="3200" dirty="0" err="1" smtClean="0"/>
              <a:t>ragu-ragu</a:t>
            </a:r>
            <a:r>
              <a:rPr lang="en-US" sz="3200" dirty="0" smtClean="0"/>
              <a:t> </a:t>
            </a:r>
            <a:r>
              <a:rPr lang="en-US" sz="3200" dirty="0" err="1" smtClean="0"/>
              <a:t>untuk</a:t>
            </a:r>
            <a:r>
              <a:rPr lang="en-US" sz="3200" dirty="0" smtClean="0"/>
              <a:t> </a:t>
            </a:r>
            <a:r>
              <a:rPr lang="en-US" sz="3200" dirty="0" err="1" smtClean="0"/>
              <a:t>menghubungi</a:t>
            </a:r>
            <a:r>
              <a:rPr lang="en-US" sz="3200" dirty="0" smtClean="0"/>
              <a:t> </a:t>
            </a:r>
            <a:r>
              <a:rPr lang="en-US" sz="3200" dirty="0" err="1" smtClean="0"/>
              <a:t>setiap</a:t>
            </a:r>
            <a:r>
              <a:rPr lang="en-US" sz="3200" dirty="0" smtClean="0"/>
              <a:t> </a:t>
            </a:r>
            <a:r>
              <a:rPr lang="en-US" sz="3200" dirty="0" err="1" smtClean="0"/>
              <a:t>waktu</a:t>
            </a:r>
            <a:r>
              <a:rPr lang="en-US" sz="3200" dirty="0" smtClean="0"/>
              <a:t>, </a:t>
            </a:r>
            <a:r>
              <a:rPr lang="en-US" sz="3200" dirty="0" err="1" smtClean="0"/>
              <a:t>saya</a:t>
            </a:r>
            <a:r>
              <a:rPr lang="en-US" sz="3200" dirty="0" smtClean="0"/>
              <a:t> </a:t>
            </a:r>
            <a:r>
              <a:rPr lang="en-US" sz="3200" dirty="0" err="1" smtClean="0"/>
              <a:t>senang</a:t>
            </a:r>
            <a:r>
              <a:rPr lang="en-US" sz="3200" dirty="0" smtClean="0"/>
              <a:t> </a:t>
            </a:r>
            <a:r>
              <a:rPr lang="en-US" sz="3200" dirty="0" err="1" smtClean="0"/>
              <a:t>berhubungan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anda</a:t>
            </a:r>
            <a:endParaRPr lang="en-US" sz="3200" dirty="0" smtClean="0"/>
          </a:p>
          <a:p>
            <a:r>
              <a:rPr lang="en-US" sz="3200" dirty="0" err="1" smtClean="0"/>
              <a:t>Terima</a:t>
            </a:r>
            <a:r>
              <a:rPr lang="en-US" sz="3200" dirty="0" smtClean="0"/>
              <a:t> </a:t>
            </a:r>
            <a:r>
              <a:rPr lang="en-US" sz="3200" dirty="0" err="1" smtClean="0"/>
              <a:t>kasih</a:t>
            </a:r>
            <a:r>
              <a:rPr lang="en-US" sz="3200" dirty="0" smtClean="0"/>
              <a:t> </a:t>
            </a:r>
            <a:r>
              <a:rPr lang="en-US" sz="3200" dirty="0" err="1" smtClean="0"/>
              <a:t>telah</a:t>
            </a:r>
            <a:r>
              <a:rPr lang="en-US" sz="3200" dirty="0" smtClean="0"/>
              <a:t> </a:t>
            </a:r>
            <a:r>
              <a:rPr lang="en-US" sz="3200" dirty="0" err="1" smtClean="0"/>
              <a:t>berbisnis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anda</a:t>
            </a:r>
            <a:endParaRPr lang="en-US" sz="3200" dirty="0" smtClean="0"/>
          </a:p>
          <a:p>
            <a:r>
              <a:rPr lang="en-US" sz="3200" dirty="0" err="1" smtClean="0"/>
              <a:t>Silakan</a:t>
            </a:r>
            <a:r>
              <a:rPr lang="en-US" sz="3200" dirty="0" smtClean="0"/>
              <a:t> </a:t>
            </a:r>
            <a:r>
              <a:rPr lang="en-US" sz="3200" dirty="0" err="1" smtClean="0"/>
              <a:t>menghubungi</a:t>
            </a:r>
            <a:r>
              <a:rPr lang="en-US" sz="3200" dirty="0" smtClean="0"/>
              <a:t> </a:t>
            </a:r>
            <a:r>
              <a:rPr lang="en-US" sz="3200" dirty="0" err="1" smtClean="0"/>
              <a:t>kami</a:t>
            </a:r>
            <a:r>
              <a:rPr lang="en-US" sz="3200" dirty="0" smtClean="0"/>
              <a:t> </a:t>
            </a:r>
            <a:r>
              <a:rPr lang="en-US" sz="3200" dirty="0" err="1" smtClean="0"/>
              <a:t>kembali</a:t>
            </a:r>
            <a:endParaRPr lang="en-US" sz="3200" dirty="0" smtClean="0"/>
          </a:p>
          <a:p>
            <a:r>
              <a:rPr lang="en-US" sz="3200" dirty="0" err="1" smtClean="0"/>
              <a:t>Telepon</a:t>
            </a:r>
            <a:r>
              <a:rPr lang="en-US" sz="3200" dirty="0" smtClean="0"/>
              <a:t> </a:t>
            </a:r>
            <a:r>
              <a:rPr lang="en-US" sz="3200" dirty="0" err="1" smtClean="0"/>
              <a:t>anda</a:t>
            </a:r>
            <a:r>
              <a:rPr lang="en-US" sz="3200" dirty="0" smtClean="0"/>
              <a:t> </a:t>
            </a:r>
            <a:r>
              <a:rPr lang="en-US" sz="3200" dirty="0" err="1" smtClean="0"/>
              <a:t>selalu</a:t>
            </a:r>
            <a:r>
              <a:rPr lang="en-US" sz="3200" dirty="0" smtClean="0"/>
              <a:t> </a:t>
            </a:r>
            <a:r>
              <a:rPr lang="en-US" sz="3200" dirty="0" err="1" smtClean="0"/>
              <a:t>kami</a:t>
            </a:r>
            <a:r>
              <a:rPr lang="en-US" sz="3200" dirty="0" smtClean="0"/>
              <a:t> </a:t>
            </a:r>
            <a:r>
              <a:rPr lang="en-US" sz="3200" dirty="0" err="1" smtClean="0"/>
              <a:t>tunggu</a:t>
            </a:r>
            <a:endParaRPr lang="en-US" sz="3200" dirty="0" smtClean="0"/>
          </a:p>
          <a:p>
            <a:r>
              <a:rPr lang="en-US" sz="3200" dirty="0" err="1" smtClean="0"/>
              <a:t>Saya</a:t>
            </a:r>
            <a:r>
              <a:rPr lang="en-US" sz="3200" dirty="0" smtClean="0"/>
              <a:t> </a:t>
            </a:r>
            <a:r>
              <a:rPr lang="en-US" sz="3200" dirty="0" err="1" smtClean="0"/>
              <a:t>ingin</a:t>
            </a:r>
            <a:r>
              <a:rPr lang="en-US" sz="3200" dirty="0" smtClean="0"/>
              <a:t> </a:t>
            </a:r>
            <a:r>
              <a:rPr lang="en-US" sz="3200" dirty="0" err="1" smtClean="0"/>
              <a:t>berbicara</a:t>
            </a:r>
            <a:r>
              <a:rPr lang="en-US" sz="3200" dirty="0" smtClean="0"/>
              <a:t> </a:t>
            </a:r>
            <a:r>
              <a:rPr lang="en-US" sz="3200" dirty="0" err="1" smtClean="0"/>
              <a:t>lagi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anda</a:t>
            </a:r>
            <a:r>
              <a:rPr lang="en-US" sz="3200" dirty="0" smtClean="0"/>
              <a:t> </a:t>
            </a:r>
            <a:r>
              <a:rPr lang="en-US" sz="3200" dirty="0" err="1" smtClean="0"/>
              <a:t>di</a:t>
            </a:r>
            <a:r>
              <a:rPr lang="en-US" sz="3200" dirty="0" smtClean="0"/>
              <a:t> </a:t>
            </a:r>
            <a:r>
              <a:rPr lang="en-US" sz="3200" dirty="0" err="1" smtClean="0"/>
              <a:t>waktu</a:t>
            </a:r>
            <a:r>
              <a:rPr lang="en-US" sz="3200" dirty="0" smtClean="0"/>
              <a:t> yang </a:t>
            </a:r>
            <a:r>
              <a:rPr lang="en-US" sz="3200" dirty="0" err="1" smtClean="0"/>
              <a:t>akan</a:t>
            </a:r>
            <a:r>
              <a:rPr lang="en-US" sz="3200" dirty="0" smtClean="0"/>
              <a:t> </a:t>
            </a:r>
            <a:r>
              <a:rPr lang="en-US" sz="3200" dirty="0" err="1" smtClean="0"/>
              <a:t>datang</a:t>
            </a:r>
            <a:endParaRPr lang="en-US" sz="32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239000" cy="6150936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 err="1" smtClean="0"/>
              <a:t>Bagaimana</a:t>
            </a:r>
            <a:r>
              <a:rPr lang="en-US" sz="3200" dirty="0" smtClean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menutup</a:t>
            </a:r>
            <a:r>
              <a:rPr lang="en-US" sz="3200" dirty="0"/>
              <a:t> </a:t>
            </a:r>
            <a:r>
              <a:rPr lang="en-US" sz="3200" dirty="0" err="1"/>
              <a:t>pembicaraan</a:t>
            </a:r>
            <a:r>
              <a:rPr lang="en-US" sz="3200" dirty="0"/>
              <a:t> </a:t>
            </a:r>
            <a:r>
              <a:rPr lang="en-US" sz="3200" dirty="0" err="1"/>
              <a:t>itu</a:t>
            </a:r>
            <a:r>
              <a:rPr lang="en-US" sz="3200" dirty="0"/>
              <a:t> yang paling </a:t>
            </a:r>
            <a:r>
              <a:rPr lang="en-US" sz="3200" dirty="0" err="1"/>
              <a:t>penting</a:t>
            </a:r>
            <a:r>
              <a:rPr lang="en-US" sz="3200" dirty="0"/>
              <a:t>, </a:t>
            </a:r>
            <a:r>
              <a:rPr lang="en-US" sz="3200" dirty="0" err="1"/>
              <a:t>karena</a:t>
            </a:r>
            <a:r>
              <a:rPr lang="en-US" sz="3200" dirty="0"/>
              <a:t> </a:t>
            </a:r>
            <a:r>
              <a:rPr lang="en-US" sz="3200" dirty="0" err="1"/>
              <a:t>hal</a:t>
            </a:r>
            <a:r>
              <a:rPr lang="en-US" sz="3200" dirty="0"/>
              <a:t> </a:t>
            </a:r>
            <a:r>
              <a:rPr lang="en-US" sz="3200" dirty="0" err="1"/>
              <a:t>itu</a:t>
            </a:r>
            <a:r>
              <a:rPr lang="en-US" sz="3200" dirty="0"/>
              <a:t> </a:t>
            </a:r>
            <a:r>
              <a:rPr lang="en-US" sz="3200" dirty="0" err="1"/>
              <a:t>sangat</a:t>
            </a:r>
            <a:r>
              <a:rPr lang="en-US" sz="3200" dirty="0"/>
              <a:t> </a:t>
            </a:r>
            <a:r>
              <a:rPr lang="en-US" sz="3200" dirty="0" err="1"/>
              <a:t>mempengaruhi</a:t>
            </a:r>
            <a:r>
              <a:rPr lang="en-US" sz="3200" dirty="0"/>
              <a:t> </a:t>
            </a:r>
            <a:r>
              <a:rPr lang="en-US" sz="3200" dirty="0" err="1"/>
              <a:t>persepsi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terhadap</a:t>
            </a:r>
            <a:r>
              <a:rPr lang="en-US" sz="3200" dirty="0"/>
              <a:t> </a:t>
            </a:r>
            <a:r>
              <a:rPr lang="en-US" sz="3200" dirty="0" err="1"/>
              <a:t>perusahaan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ataupun</a:t>
            </a:r>
            <a:r>
              <a:rPr lang="en-US" sz="3200" dirty="0"/>
              <a:t> </a:t>
            </a:r>
            <a:r>
              <a:rPr lang="en-US" sz="3200" dirty="0" err="1"/>
              <a:t>terhadap</a:t>
            </a:r>
            <a:r>
              <a:rPr lang="en-US" sz="3200" dirty="0"/>
              <a:t> </a:t>
            </a:r>
            <a:r>
              <a:rPr lang="en-US" sz="3200" dirty="0" err="1"/>
              <a:t>petugas</a:t>
            </a:r>
            <a:r>
              <a:rPr lang="en-US" sz="3200" dirty="0"/>
              <a:t> customer service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mungkin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mudah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melupakan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mengabaikan</a:t>
            </a:r>
            <a:r>
              <a:rPr lang="en-US" sz="3200" dirty="0"/>
              <a:t> </a:t>
            </a:r>
            <a:r>
              <a:rPr lang="en-US" sz="3200" dirty="0" err="1"/>
              <a:t>kesalahan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000" smtClean="0"/>
          </a:p>
          <a:p>
            <a:pPr algn="ctr">
              <a:buNone/>
            </a:pPr>
            <a:r>
              <a:rPr lang="en-US" sz="4000" smtClean="0"/>
              <a:t> </a:t>
            </a:r>
            <a:r>
              <a:rPr lang="en-US" sz="4000" dirty="0" err="1" smtClean="0"/>
              <a:t>lakukanlah</a:t>
            </a:r>
            <a:r>
              <a:rPr lang="en-US" sz="4000" dirty="0" smtClean="0"/>
              <a:t> </a:t>
            </a:r>
            <a:r>
              <a:rPr lang="en-US" sz="4000" dirty="0" err="1" smtClean="0"/>
              <a:t>sesuai</a:t>
            </a:r>
            <a:r>
              <a:rPr lang="en-US" sz="4000" dirty="0" smtClean="0"/>
              <a:t> </a:t>
            </a:r>
            <a:r>
              <a:rPr lang="en-US" sz="4000" dirty="0" err="1" smtClean="0"/>
              <a:t>arahan</a:t>
            </a:r>
            <a:r>
              <a:rPr lang="en-US" sz="4000" dirty="0" smtClean="0"/>
              <a:t> </a:t>
            </a:r>
            <a:r>
              <a:rPr lang="en-US" sz="4000" dirty="0" err="1" smtClean="0"/>
              <a:t>dengan</a:t>
            </a:r>
            <a:r>
              <a:rPr lang="en-US" sz="4000" dirty="0" smtClean="0"/>
              <a:t> </a:t>
            </a:r>
            <a:r>
              <a:rPr lang="en-US" sz="4000" dirty="0" err="1" smtClean="0"/>
              <a:t>contoh-contoh</a:t>
            </a:r>
            <a:r>
              <a:rPr lang="en-US" sz="4000" dirty="0" smtClean="0"/>
              <a:t> </a:t>
            </a:r>
            <a:r>
              <a:rPr lang="en-US" sz="4000" dirty="0" err="1" smtClean="0"/>
              <a:t>diatas</a:t>
            </a:r>
            <a:r>
              <a:rPr lang="en-US" sz="4000" dirty="0" smtClean="0"/>
              <a:t>, 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prstTxWarp prst="textCurveUp">
              <a:avLst/>
            </a:prstTxWarp>
            <a:normAutofit/>
          </a:bodyPr>
          <a:lstStyle/>
          <a:p>
            <a:pPr>
              <a:buNone/>
            </a:pPr>
            <a:r>
              <a:rPr lang="en-US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</a:t>
            </a:r>
            <a:r>
              <a:rPr lang="en-US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ekian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122</TotalTime>
  <Words>850</Words>
  <Application>Microsoft Office PowerPoint</Application>
  <PresentationFormat>On-screen Show (4:3)</PresentationFormat>
  <Paragraphs>88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Opulent</vt:lpstr>
      <vt:lpstr>ETIKA KOMUNIKASI DALAM LAYANAN PRIMA</vt:lpstr>
      <vt:lpstr>Slide 2</vt:lpstr>
      <vt:lpstr>Slide 3</vt:lpstr>
      <vt:lpstr>Slide 4</vt:lpstr>
      <vt:lpstr>Slide 5</vt:lpstr>
      <vt:lpstr>Slide 6</vt:lpstr>
      <vt:lpstr>Slide 7</vt:lpstr>
      <vt:lpstr>Sebuah model komunikasi transaksional 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beberapa etika dalam berkomunikasi antara manusia dalam kehidupan seharian</vt:lpstr>
      <vt:lpstr>Slide 22</vt:lpstr>
      <vt:lpstr>       Menunjukkan kesopanan </vt:lpstr>
      <vt:lpstr>Slide 24</vt:lpstr>
      <vt:lpstr>Slide 25</vt:lpstr>
      <vt:lpstr>  Mengucapkan terima kasih</vt:lpstr>
      <vt:lpstr>Slide 27</vt:lpstr>
      <vt:lpstr>Slide 28</vt:lpstr>
      <vt:lpstr>Slide 29</vt:lpstr>
      <vt:lpstr>Slide 30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ETIKA KOMUNIKASI DALAM LAYANAN PRIMA</dc:title>
  <dc:creator>TOSHIBA</dc:creator>
  <cp:lastModifiedBy>user</cp:lastModifiedBy>
  <cp:revision>24</cp:revision>
  <dcterms:created xsi:type="dcterms:W3CDTF">2014-04-21T02:40:17Z</dcterms:created>
  <dcterms:modified xsi:type="dcterms:W3CDTF">2017-03-21T12:44:24Z</dcterms:modified>
</cp:coreProperties>
</file>
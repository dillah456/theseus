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sp>
        <p:nvSpPr>
          <p:cNvPr id="17" name="Google Shape;17;p2"/>
          <p:cNvSpPr/>
          <p:nvPr/>
        </p:nvSpPr>
        <p:spPr>
          <a:xfrm flipH="1">
            <a:off x="2667000" y="0"/>
            <a:ext cx="6477000" cy="6858000"/>
          </a:xfrm>
          <a:prstGeom prst="rect">
            <a:avLst/>
          </a:prstGeom>
          <a:blipFill rotWithShape="1">
            <a:blip r:embed="rId2">
              <a:alphaModFix amt="43000"/>
            </a:blip>
            <a:tile algn="tl" flip="none" tx="0" sx="50000" ty="0" sy="5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cxnSp>
        <p:nvCxnSpPr>
          <p:cNvPr id="18" name="Google Shape;18;p2"/>
          <p:cNvCxnSpPr/>
          <p:nvPr/>
        </p:nvCxnSpPr>
        <p:spPr>
          <a:xfrm rot="-5400000">
            <a:off x="-762000" y="3429000"/>
            <a:ext cx="6858000" cy="0"/>
          </a:xfrm>
          <a:prstGeom prst="straightConnector1">
            <a:avLst/>
          </a:prstGeom>
          <a:noFill/>
          <a:ln cap="flat" cmpd="sng" w="11425">
            <a:solidFill>
              <a:srgbClr val="F9F9F9"/>
            </a:solidFill>
            <a:prstDash val="solid"/>
            <a:miter lim="800000"/>
            <a:headEnd len="sm" w="sm" type="none"/>
            <a:tailEnd len="sm" w="sm" type="none"/>
          </a:ln>
        </p:spPr>
      </p:cxnSp>
      <p:sp>
        <p:nvSpPr>
          <p:cNvPr id="19" name="Google Shape;19;p2"/>
          <p:cNvSpPr txBox="1"/>
          <p:nvPr>
            <p:ph type="ctrTitle"/>
          </p:nvPr>
        </p:nvSpPr>
        <p:spPr>
          <a:xfrm>
            <a:off x="3366868" y="533400"/>
            <a:ext cx="5105400" cy="2868168"/>
          </a:xfrm>
          <a:prstGeom prst="rect">
            <a:avLst/>
          </a:prstGeom>
          <a:noFill/>
          <a:ln>
            <a:noFill/>
          </a:ln>
        </p:spPr>
        <p:txBody>
          <a:bodyPr anchorCtr="0" anchor="b" bIns="0" lIns="45700" spcFirstLastPara="1" rIns="45700" wrap="square" tIns="0">
            <a:noAutofit/>
          </a:bodyPr>
          <a:lstStyle>
            <a:lvl1pPr lvl="0" algn="r">
              <a:spcBef>
                <a:spcPts val="0"/>
              </a:spcBef>
              <a:spcAft>
                <a:spcPts val="0"/>
              </a:spcAft>
              <a:buClr>
                <a:srgbClr val="F9F4F6"/>
              </a:buClr>
              <a:buSzPts val="4200"/>
              <a:buFont typeface="Trebuchet MS"/>
              <a:buNone/>
              <a:defRPr b="1"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
          <p:cNvSpPr txBox="1"/>
          <p:nvPr>
            <p:ph idx="1" type="subTitle"/>
          </p:nvPr>
        </p:nvSpPr>
        <p:spPr>
          <a:xfrm>
            <a:off x="3354442" y="3539864"/>
            <a:ext cx="5114778" cy="1101248"/>
          </a:xfrm>
          <a:prstGeom prst="rect">
            <a:avLst/>
          </a:prstGeom>
          <a:noFill/>
          <a:ln>
            <a:noFill/>
          </a:ln>
        </p:spPr>
        <p:txBody>
          <a:bodyPr anchorCtr="0" anchor="t" bIns="0" lIns="45700" spcFirstLastPara="1" rIns="45700" wrap="square" tIns="0">
            <a:normAutofit/>
          </a:bodyPr>
          <a:lstStyle>
            <a:lvl1pPr lvl="0" algn="r">
              <a:spcBef>
                <a:spcPts val="600"/>
              </a:spcBef>
              <a:spcAft>
                <a:spcPts val="0"/>
              </a:spcAft>
              <a:buSzPts val="1606"/>
              <a:buNone/>
              <a:defRPr sz="2200">
                <a:solidFill>
                  <a:srgbClr val="FFFFFF"/>
                </a:solidFill>
              </a:defRPr>
            </a:lvl1pPr>
            <a:lvl2pPr lvl="1" algn="ctr">
              <a:spcBef>
                <a:spcPts val="500"/>
              </a:spcBef>
              <a:spcAft>
                <a:spcPts val="0"/>
              </a:spcAft>
              <a:buSzPts val="1440"/>
              <a:buNone/>
              <a:defRPr/>
            </a:lvl2pPr>
            <a:lvl3pPr lvl="2" algn="ctr">
              <a:spcBef>
                <a:spcPts val="400"/>
              </a:spcBef>
              <a:spcAft>
                <a:spcPts val="0"/>
              </a:spcAft>
              <a:buSzPts val="1080"/>
              <a:buNone/>
              <a:defRPr/>
            </a:lvl3pPr>
            <a:lvl4pPr lvl="3" algn="ctr">
              <a:spcBef>
                <a:spcPts val="360"/>
              </a:spcBef>
              <a:spcAft>
                <a:spcPts val="0"/>
              </a:spcAft>
              <a:buSzPts val="1440"/>
              <a:buNone/>
              <a:defRPr/>
            </a:lvl4pPr>
            <a:lvl5pPr lvl="4" algn="ctr">
              <a:spcBef>
                <a:spcPts val="400"/>
              </a:spcBef>
              <a:spcAft>
                <a:spcPts val="0"/>
              </a:spcAft>
              <a:buSzPts val="1260"/>
              <a:buNone/>
              <a:defRPr/>
            </a:lvl5pPr>
            <a:lvl6pPr lvl="5" algn="ctr">
              <a:spcBef>
                <a:spcPts val="400"/>
              </a:spcBef>
              <a:spcAft>
                <a:spcPts val="0"/>
              </a:spcAft>
              <a:buSzPts val="1440"/>
              <a:buNone/>
              <a:defRPr/>
            </a:lvl6pPr>
            <a:lvl7pPr lvl="6" algn="ctr">
              <a:spcBef>
                <a:spcPts val="360"/>
              </a:spcBef>
              <a:spcAft>
                <a:spcPts val="0"/>
              </a:spcAft>
              <a:buSzPts val="1440"/>
              <a:buNone/>
              <a:defRPr/>
            </a:lvl7pPr>
            <a:lvl8pPr lvl="7" algn="ctr">
              <a:spcBef>
                <a:spcPts val="300"/>
              </a:spcBef>
              <a:spcAft>
                <a:spcPts val="0"/>
              </a:spcAft>
              <a:buSzPts val="1800"/>
              <a:buNone/>
              <a:defRPr/>
            </a:lvl8pPr>
            <a:lvl9pPr lvl="8" algn="ctr">
              <a:spcBef>
                <a:spcPts val="360"/>
              </a:spcBef>
              <a:spcAft>
                <a:spcPts val="0"/>
              </a:spcAft>
              <a:buSzPts val="1800"/>
              <a:buNone/>
              <a:defRPr/>
            </a:lvl9pPr>
          </a:lstStyle>
          <a:p/>
        </p:txBody>
      </p:sp>
      <p:sp>
        <p:nvSpPr>
          <p:cNvPr id="21" name="Google Shape;21;p2"/>
          <p:cNvSpPr txBox="1"/>
          <p:nvPr>
            <p:ph idx="10" type="dt"/>
          </p:nvPr>
        </p:nvSpPr>
        <p:spPr>
          <a:xfrm>
            <a:off x="5871224" y="6557946"/>
            <a:ext cx="2002464" cy="226902"/>
          </a:xfrm>
          <a:prstGeom prst="rect">
            <a:avLst/>
          </a:prstGeom>
          <a:noFill/>
          <a:ln>
            <a:noFill/>
          </a:ln>
        </p:spPr>
        <p:txBody>
          <a:bodyPr anchorCtr="0" anchor="b" bIns="0" lIns="91425" spcFirstLastPara="1" rIns="91425" wrap="square" tIns="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1" type="ftr"/>
          </p:nvPr>
        </p:nvSpPr>
        <p:spPr>
          <a:xfrm>
            <a:off x="2819400" y="6557946"/>
            <a:ext cx="2927722" cy="228600"/>
          </a:xfrm>
          <a:prstGeom prst="rect">
            <a:avLst/>
          </a:prstGeom>
          <a:noFill/>
          <a:ln>
            <a:noFill/>
          </a:ln>
        </p:spPr>
        <p:txBody>
          <a:bodyPr anchorCtr="0" anchor="b" bIns="0" lIns="91425" spcFirstLastPara="1" rIns="91425" wrap="square" tIns="0">
            <a:noAutofit/>
          </a:bodyPr>
          <a:lstStyle>
            <a:lvl1pPr lvl="0" algn="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txBox="1"/>
          <p:nvPr>
            <p:ph idx="12" type="sldNum"/>
          </p:nvPr>
        </p:nvSpPr>
        <p:spPr>
          <a:xfrm>
            <a:off x="7880884" y="6556248"/>
            <a:ext cx="588336" cy="228600"/>
          </a:xfrm>
          <a:prstGeom prst="rect">
            <a:avLst/>
          </a:prstGeom>
          <a:noFill/>
          <a:ln>
            <a:noFill/>
          </a:ln>
        </p:spPr>
        <p:txBody>
          <a:bodyPr anchorCtr="0" anchor="b" bIns="0" lIns="0" spcFirstLastPara="1" rIns="0" wrap="square" tIns="0">
            <a:noAutofit/>
          </a:bodyPr>
          <a:lstStyle>
            <a:lvl1pPr indent="0" lvl="0" marL="0" algn="r">
              <a:spcBef>
                <a:spcPts val="0"/>
              </a:spcBef>
              <a:buNone/>
              <a:defRPr b="0" i="0" sz="1100" u="none" cap="none" strike="noStrike">
                <a:solidFill>
                  <a:srgbClr val="FFFFFF"/>
                </a:solidFill>
                <a:latin typeface="Trebuchet MS"/>
                <a:ea typeface="Trebuchet MS"/>
                <a:cs typeface="Trebuchet MS"/>
                <a:sym typeface="Trebuchet MS"/>
              </a:defRPr>
            </a:lvl1pPr>
            <a:lvl2pPr indent="0" lvl="1" marL="0" algn="r">
              <a:spcBef>
                <a:spcPts val="0"/>
              </a:spcBef>
              <a:buNone/>
              <a:defRPr b="0" i="0" sz="1100" u="none" cap="none" strike="noStrike">
                <a:solidFill>
                  <a:srgbClr val="FFFFFF"/>
                </a:solidFill>
                <a:latin typeface="Trebuchet MS"/>
                <a:ea typeface="Trebuchet MS"/>
                <a:cs typeface="Trebuchet MS"/>
                <a:sym typeface="Trebuchet MS"/>
              </a:defRPr>
            </a:lvl2pPr>
            <a:lvl3pPr indent="0" lvl="2" marL="0" algn="r">
              <a:spcBef>
                <a:spcPts val="0"/>
              </a:spcBef>
              <a:buNone/>
              <a:defRPr b="0" i="0" sz="1100" u="none" cap="none" strike="noStrike">
                <a:solidFill>
                  <a:srgbClr val="FFFFFF"/>
                </a:solidFill>
                <a:latin typeface="Trebuchet MS"/>
                <a:ea typeface="Trebuchet MS"/>
                <a:cs typeface="Trebuchet MS"/>
                <a:sym typeface="Trebuchet MS"/>
              </a:defRPr>
            </a:lvl3pPr>
            <a:lvl4pPr indent="0" lvl="3" marL="0" algn="r">
              <a:spcBef>
                <a:spcPts val="0"/>
              </a:spcBef>
              <a:buNone/>
              <a:defRPr b="0" i="0" sz="1100" u="none" cap="none" strike="noStrike">
                <a:solidFill>
                  <a:srgbClr val="FFFFFF"/>
                </a:solidFill>
                <a:latin typeface="Trebuchet MS"/>
                <a:ea typeface="Trebuchet MS"/>
                <a:cs typeface="Trebuchet MS"/>
                <a:sym typeface="Trebuchet MS"/>
              </a:defRPr>
            </a:lvl4pPr>
            <a:lvl5pPr indent="0" lvl="4" marL="0" algn="r">
              <a:spcBef>
                <a:spcPts val="0"/>
              </a:spcBef>
              <a:buNone/>
              <a:defRPr b="0" i="0" sz="1100" u="none" cap="none" strike="noStrike">
                <a:solidFill>
                  <a:srgbClr val="FFFFFF"/>
                </a:solidFill>
                <a:latin typeface="Trebuchet MS"/>
                <a:ea typeface="Trebuchet MS"/>
                <a:cs typeface="Trebuchet MS"/>
                <a:sym typeface="Trebuchet MS"/>
              </a:defRPr>
            </a:lvl5pPr>
            <a:lvl6pPr indent="0" lvl="5" marL="0" algn="r">
              <a:spcBef>
                <a:spcPts val="0"/>
              </a:spcBef>
              <a:buNone/>
              <a:defRPr b="0" i="0" sz="1100" u="none" cap="none" strike="noStrike">
                <a:solidFill>
                  <a:srgbClr val="FFFFFF"/>
                </a:solidFill>
                <a:latin typeface="Trebuchet MS"/>
                <a:ea typeface="Trebuchet MS"/>
                <a:cs typeface="Trebuchet MS"/>
                <a:sym typeface="Trebuchet MS"/>
              </a:defRPr>
            </a:lvl6pPr>
            <a:lvl7pPr indent="0" lvl="6" marL="0" algn="r">
              <a:spcBef>
                <a:spcPts val="0"/>
              </a:spcBef>
              <a:buNone/>
              <a:defRPr b="0" i="0" sz="1100" u="none" cap="none" strike="noStrike">
                <a:solidFill>
                  <a:srgbClr val="FFFFFF"/>
                </a:solidFill>
                <a:latin typeface="Trebuchet MS"/>
                <a:ea typeface="Trebuchet MS"/>
                <a:cs typeface="Trebuchet MS"/>
                <a:sym typeface="Trebuchet MS"/>
              </a:defRPr>
            </a:lvl7pPr>
            <a:lvl8pPr indent="0" lvl="7" marL="0" algn="r">
              <a:spcBef>
                <a:spcPts val="0"/>
              </a:spcBef>
              <a:buNone/>
              <a:defRPr b="0" i="0" sz="1100" u="none" cap="none" strike="noStrike">
                <a:solidFill>
                  <a:srgbClr val="FFFFFF"/>
                </a:solidFill>
                <a:latin typeface="Trebuchet MS"/>
                <a:ea typeface="Trebuchet MS"/>
                <a:cs typeface="Trebuchet MS"/>
                <a:sym typeface="Trebuchet MS"/>
              </a:defRPr>
            </a:lvl8pPr>
            <a:lvl9pPr indent="0" lvl="8" marL="0" algn="r">
              <a:spcBef>
                <a:spcPts val="0"/>
              </a:spcBef>
              <a:buNone/>
              <a:defRPr b="0" i="0" sz="1100" u="none" cap="none" strike="noStrike">
                <a:solidFill>
                  <a:srgbClr val="FFFFFF"/>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3"/>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lvl1pPr lvl="0" algn="l">
              <a:spcBef>
                <a:spcPts val="0"/>
              </a:spcBef>
              <a:spcAft>
                <a:spcPts val="0"/>
              </a:spcAft>
              <a:buClr>
                <a:srgbClr val="F9F4F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
          <p:cNvSpPr txBox="1"/>
          <p:nvPr>
            <p:ph idx="1" type="body"/>
          </p:nvPr>
        </p:nvSpPr>
        <p:spPr>
          <a:xfrm>
            <a:off x="457200" y="1609416"/>
            <a:ext cx="7239000" cy="4846320"/>
          </a:xfrm>
          <a:prstGeom prst="rect">
            <a:avLst/>
          </a:prstGeom>
          <a:noFill/>
          <a:ln>
            <a:noFill/>
          </a:ln>
        </p:spPr>
        <p:txBody>
          <a:bodyPr anchorCtr="0" anchor="t" bIns="45700" lIns="91425" spcFirstLastPara="1" rIns="91425" wrap="square" tIns="45700">
            <a:normAutofit/>
          </a:bodyPr>
          <a:lstStyle>
            <a:lvl1pPr indent="-312039" lvl="0" marL="457200" algn="l">
              <a:spcBef>
                <a:spcPts val="600"/>
              </a:spcBef>
              <a:spcAft>
                <a:spcPts val="0"/>
              </a:spcAft>
              <a:buSzPts val="1314"/>
              <a:buChar char="⦿"/>
              <a:defRPr/>
            </a:lvl1pPr>
            <a:lvl2pPr indent="-320040" lvl="1" marL="914400" algn="l">
              <a:spcBef>
                <a:spcPts val="500"/>
              </a:spcBef>
              <a:spcAft>
                <a:spcPts val="0"/>
              </a:spcAft>
              <a:buSzPts val="1440"/>
              <a:buChar char="◼"/>
              <a:defRPr/>
            </a:lvl2pPr>
            <a:lvl3pPr indent="-297180" lvl="2" marL="1371600" algn="l">
              <a:spcBef>
                <a:spcPts val="400"/>
              </a:spcBef>
              <a:spcAft>
                <a:spcPts val="0"/>
              </a:spcAft>
              <a:buSzPts val="1080"/>
              <a:buChar char="🞆"/>
              <a:defRPr/>
            </a:lvl3pPr>
            <a:lvl4pPr indent="-320039" lvl="3" marL="1828800" algn="l">
              <a:spcBef>
                <a:spcPts val="360"/>
              </a:spcBef>
              <a:spcAft>
                <a:spcPts val="0"/>
              </a:spcAft>
              <a:buSzPts val="1440"/>
              <a:buChar char="⚫"/>
              <a:defRPr/>
            </a:lvl4pPr>
            <a:lvl5pPr indent="-308610" lvl="4" marL="2286000" algn="l">
              <a:spcBef>
                <a:spcPts val="400"/>
              </a:spcBef>
              <a:spcAft>
                <a:spcPts val="0"/>
              </a:spcAft>
              <a:buSzPts val="1260"/>
              <a:buChar char="◉"/>
              <a:defRPr/>
            </a:lvl5pPr>
            <a:lvl6pPr indent="-320039" lvl="5" marL="2743200" algn="l">
              <a:spcBef>
                <a:spcPts val="40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7" name="Google Shape;27;p3"/>
          <p:cNvSpPr txBox="1"/>
          <p:nvPr>
            <p:ph idx="10" type="dt"/>
          </p:nvPr>
        </p:nvSpPr>
        <p:spPr>
          <a:xfrm>
            <a:off x="4245936" y="6557946"/>
            <a:ext cx="2002464" cy="226902"/>
          </a:xfrm>
          <a:prstGeom prst="rect">
            <a:avLst/>
          </a:prstGeom>
          <a:noFill/>
          <a:ln>
            <a:noFill/>
          </a:ln>
        </p:spPr>
        <p:txBody>
          <a:bodyPr anchorCtr="0" anchor="b" bIns="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1" type="ftr"/>
          </p:nvPr>
        </p:nvSpPr>
        <p:spPr>
          <a:xfrm>
            <a:off x="457200" y="6557946"/>
            <a:ext cx="3657600" cy="228600"/>
          </a:xfrm>
          <a:prstGeom prst="rect">
            <a:avLst/>
          </a:prstGeom>
          <a:noFill/>
          <a:ln>
            <a:noFill/>
          </a:ln>
        </p:spPr>
        <p:txBody>
          <a:bodyPr anchorCtr="0" anchor="b" bIns="0" lIns="91425" spcFirstLastPara="1" rIns="91425"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
          <p:cNvSpPr txBox="1"/>
          <p:nvPr>
            <p:ph idx="12" type="sldNum"/>
          </p:nvPr>
        </p:nvSpPr>
        <p:spPr>
          <a:xfrm>
            <a:off x="6251448" y="6556248"/>
            <a:ext cx="588336" cy="2286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4"/>
          <p:cNvSpPr txBox="1"/>
          <p:nvPr>
            <p:ph type="title"/>
          </p:nvPr>
        </p:nvSpPr>
        <p:spPr>
          <a:xfrm>
            <a:off x="457200" y="320040"/>
            <a:ext cx="7242048" cy="1143000"/>
          </a:xfrm>
          <a:prstGeom prst="rect">
            <a:avLst/>
          </a:prstGeom>
          <a:noFill/>
          <a:ln>
            <a:noFill/>
          </a:ln>
        </p:spPr>
        <p:txBody>
          <a:bodyPr anchorCtr="0" anchor="b" bIns="0" lIns="45700" spcFirstLastPara="1" rIns="45700" wrap="square" tIns="0">
            <a:normAutofit/>
          </a:bodyPr>
          <a:lstStyle>
            <a:lvl1pPr lvl="0" algn="l">
              <a:spcBef>
                <a:spcPts val="0"/>
              </a:spcBef>
              <a:spcAft>
                <a:spcPts val="0"/>
              </a:spcAft>
              <a:buClr>
                <a:srgbClr val="F9F4F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4"/>
          <p:cNvSpPr txBox="1"/>
          <p:nvPr>
            <p:ph idx="1" type="body"/>
          </p:nvPr>
        </p:nvSpPr>
        <p:spPr>
          <a:xfrm>
            <a:off x="457200" y="1600200"/>
            <a:ext cx="3520440" cy="4525963"/>
          </a:xfrm>
          <a:prstGeom prst="rect">
            <a:avLst/>
          </a:prstGeom>
          <a:noFill/>
          <a:ln>
            <a:noFill/>
          </a:ln>
        </p:spPr>
        <p:txBody>
          <a:bodyPr anchorCtr="0" anchor="t" bIns="45700" lIns="91425" spcFirstLastPara="1" rIns="91425" wrap="square" tIns="45700">
            <a:normAutofit/>
          </a:bodyPr>
          <a:lstStyle>
            <a:lvl1pPr indent="-358394" lvl="0" marL="457200" algn="l">
              <a:spcBef>
                <a:spcPts val="600"/>
              </a:spcBef>
              <a:spcAft>
                <a:spcPts val="0"/>
              </a:spcAft>
              <a:buSzPts val="2044"/>
              <a:buChar char="⦿"/>
              <a:defRPr sz="2800"/>
            </a:lvl1pPr>
            <a:lvl2pPr indent="-350519" lvl="1" marL="914400" algn="l">
              <a:spcBef>
                <a:spcPts val="500"/>
              </a:spcBef>
              <a:spcAft>
                <a:spcPts val="0"/>
              </a:spcAft>
              <a:buSzPts val="1920"/>
              <a:buChar char="◼"/>
              <a:defRPr sz="2400"/>
            </a:lvl2pPr>
            <a:lvl3pPr indent="-304800" lvl="2" marL="1371600" algn="l">
              <a:spcBef>
                <a:spcPts val="400"/>
              </a:spcBef>
              <a:spcAft>
                <a:spcPts val="0"/>
              </a:spcAft>
              <a:buSzPts val="1200"/>
              <a:buChar char="🞆"/>
              <a:defRPr sz="2000"/>
            </a:lvl3pPr>
            <a:lvl4pPr indent="-320039" lvl="3" marL="1828800" algn="l">
              <a:spcBef>
                <a:spcPts val="360"/>
              </a:spcBef>
              <a:spcAft>
                <a:spcPts val="0"/>
              </a:spcAft>
              <a:buSzPts val="1440"/>
              <a:buChar char="⚫"/>
              <a:defRPr sz="1800"/>
            </a:lvl4pPr>
            <a:lvl5pPr indent="-308610" lvl="4" marL="2286000" algn="l">
              <a:spcBef>
                <a:spcPts val="400"/>
              </a:spcBef>
              <a:spcAft>
                <a:spcPts val="0"/>
              </a:spcAft>
              <a:buSzPts val="1260"/>
              <a:buChar char="◉"/>
              <a:defRPr sz="1800"/>
            </a:lvl5pPr>
            <a:lvl6pPr indent="-320039" lvl="5" marL="2743200" algn="l">
              <a:spcBef>
                <a:spcPts val="40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3" name="Google Shape;33;p4"/>
          <p:cNvSpPr txBox="1"/>
          <p:nvPr>
            <p:ph idx="2" type="body"/>
          </p:nvPr>
        </p:nvSpPr>
        <p:spPr>
          <a:xfrm>
            <a:off x="4178808" y="1600200"/>
            <a:ext cx="3520440" cy="4525963"/>
          </a:xfrm>
          <a:prstGeom prst="rect">
            <a:avLst/>
          </a:prstGeom>
          <a:noFill/>
          <a:ln>
            <a:noFill/>
          </a:ln>
        </p:spPr>
        <p:txBody>
          <a:bodyPr anchorCtr="0" anchor="t" bIns="45700" lIns="91425" spcFirstLastPara="1" rIns="91425" wrap="square" tIns="45700">
            <a:normAutofit/>
          </a:bodyPr>
          <a:lstStyle>
            <a:lvl1pPr indent="-358394" lvl="0" marL="457200" algn="l">
              <a:spcBef>
                <a:spcPts val="600"/>
              </a:spcBef>
              <a:spcAft>
                <a:spcPts val="0"/>
              </a:spcAft>
              <a:buSzPts val="2044"/>
              <a:buChar char="⦿"/>
              <a:defRPr sz="2800"/>
            </a:lvl1pPr>
            <a:lvl2pPr indent="-350519" lvl="1" marL="914400" algn="l">
              <a:spcBef>
                <a:spcPts val="500"/>
              </a:spcBef>
              <a:spcAft>
                <a:spcPts val="0"/>
              </a:spcAft>
              <a:buSzPts val="1920"/>
              <a:buChar char="◼"/>
              <a:defRPr sz="2400"/>
            </a:lvl2pPr>
            <a:lvl3pPr indent="-304800" lvl="2" marL="1371600" algn="l">
              <a:spcBef>
                <a:spcPts val="400"/>
              </a:spcBef>
              <a:spcAft>
                <a:spcPts val="0"/>
              </a:spcAft>
              <a:buSzPts val="1200"/>
              <a:buChar char="🞆"/>
              <a:defRPr sz="2000"/>
            </a:lvl3pPr>
            <a:lvl4pPr indent="-320039" lvl="3" marL="1828800" algn="l">
              <a:spcBef>
                <a:spcPts val="360"/>
              </a:spcBef>
              <a:spcAft>
                <a:spcPts val="0"/>
              </a:spcAft>
              <a:buSzPts val="1440"/>
              <a:buChar char="⚫"/>
              <a:defRPr sz="1800"/>
            </a:lvl4pPr>
            <a:lvl5pPr indent="-308610" lvl="4" marL="2286000" algn="l">
              <a:spcBef>
                <a:spcPts val="400"/>
              </a:spcBef>
              <a:spcAft>
                <a:spcPts val="0"/>
              </a:spcAft>
              <a:buSzPts val="1260"/>
              <a:buChar char="◉"/>
              <a:defRPr sz="1800"/>
            </a:lvl5pPr>
            <a:lvl6pPr indent="-320039" lvl="5" marL="2743200" algn="l">
              <a:spcBef>
                <a:spcPts val="40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4" name="Google Shape;34;p4"/>
          <p:cNvSpPr txBox="1"/>
          <p:nvPr>
            <p:ph idx="10" type="dt"/>
          </p:nvPr>
        </p:nvSpPr>
        <p:spPr>
          <a:xfrm>
            <a:off x="4245936" y="6557946"/>
            <a:ext cx="2002464" cy="226902"/>
          </a:xfrm>
          <a:prstGeom prst="rect">
            <a:avLst/>
          </a:prstGeom>
          <a:noFill/>
          <a:ln>
            <a:noFill/>
          </a:ln>
        </p:spPr>
        <p:txBody>
          <a:bodyPr anchorCtr="0" anchor="b" bIns="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1" type="ftr"/>
          </p:nvPr>
        </p:nvSpPr>
        <p:spPr>
          <a:xfrm>
            <a:off x="457200" y="6557946"/>
            <a:ext cx="3657600" cy="228600"/>
          </a:xfrm>
          <a:prstGeom prst="rect">
            <a:avLst/>
          </a:prstGeom>
          <a:noFill/>
          <a:ln>
            <a:noFill/>
          </a:ln>
        </p:spPr>
        <p:txBody>
          <a:bodyPr anchorCtr="0" anchor="b" bIns="0" lIns="91425" spcFirstLastPara="1" rIns="91425"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
          <p:cNvSpPr txBox="1"/>
          <p:nvPr>
            <p:ph idx="12" type="sldNum"/>
          </p:nvPr>
        </p:nvSpPr>
        <p:spPr>
          <a:xfrm>
            <a:off x="6251448" y="6556248"/>
            <a:ext cx="588336" cy="2286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5"/>
          <p:cNvSpPr txBox="1"/>
          <p:nvPr>
            <p:ph type="title"/>
          </p:nvPr>
        </p:nvSpPr>
        <p:spPr>
          <a:xfrm>
            <a:off x="1066800" y="2821837"/>
            <a:ext cx="6255488" cy="1362075"/>
          </a:xfrm>
          <a:prstGeom prst="rect">
            <a:avLst/>
          </a:prstGeom>
          <a:noFill/>
          <a:ln>
            <a:noFill/>
          </a:ln>
        </p:spPr>
        <p:txBody>
          <a:bodyPr anchorCtr="0" anchor="t" bIns="0" lIns="45700" spcFirstLastPara="1" rIns="45700" wrap="square" tIns="0">
            <a:normAutofit/>
          </a:bodyPr>
          <a:lstStyle>
            <a:lvl1pPr lvl="0" algn="r">
              <a:spcBef>
                <a:spcPts val="0"/>
              </a:spcBef>
              <a:spcAft>
                <a:spcPts val="0"/>
              </a:spcAft>
              <a:buClr>
                <a:srgbClr val="F9F4F6"/>
              </a:buClr>
              <a:buSzPts val="4200"/>
              <a:buFont typeface="Trebuchet MS"/>
              <a:buNone/>
              <a:defRPr b="1" sz="4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
          <p:cNvSpPr txBox="1"/>
          <p:nvPr>
            <p:ph idx="1" type="body"/>
          </p:nvPr>
        </p:nvSpPr>
        <p:spPr>
          <a:xfrm>
            <a:off x="1066800" y="1905000"/>
            <a:ext cx="6255488" cy="743507"/>
          </a:xfrm>
          <a:prstGeom prst="rect">
            <a:avLst/>
          </a:prstGeom>
          <a:noFill/>
          <a:ln>
            <a:noFill/>
          </a:ln>
        </p:spPr>
        <p:txBody>
          <a:bodyPr anchorCtr="0" anchor="b" bIns="45700" lIns="91425" spcFirstLastPara="1" rIns="91425" wrap="square" tIns="45700">
            <a:normAutofit/>
          </a:bodyPr>
          <a:lstStyle>
            <a:lvl1pPr indent="-228600" lvl="0" marL="457200" algn="r">
              <a:spcBef>
                <a:spcPts val="600"/>
              </a:spcBef>
              <a:spcAft>
                <a:spcPts val="0"/>
              </a:spcAft>
              <a:buSzPts val="1460"/>
              <a:buNone/>
              <a:defRPr sz="2000">
                <a:solidFill>
                  <a:schemeClr val="dk1"/>
                </a:solidFill>
              </a:defRPr>
            </a:lvl1pPr>
            <a:lvl2pPr indent="-228600" lvl="1" marL="914400" algn="l">
              <a:spcBef>
                <a:spcPts val="500"/>
              </a:spcBef>
              <a:spcAft>
                <a:spcPts val="0"/>
              </a:spcAft>
              <a:buSzPts val="1440"/>
              <a:buNone/>
              <a:defRPr sz="1800">
                <a:solidFill>
                  <a:srgbClr val="888888"/>
                </a:solidFill>
              </a:defRPr>
            </a:lvl2pPr>
            <a:lvl3pPr indent="-228600" lvl="2" marL="1371600" algn="l">
              <a:spcBef>
                <a:spcPts val="400"/>
              </a:spcBef>
              <a:spcAft>
                <a:spcPts val="0"/>
              </a:spcAft>
              <a:buSzPts val="960"/>
              <a:buNone/>
              <a:defRPr sz="1600">
                <a:solidFill>
                  <a:srgbClr val="888888"/>
                </a:solidFill>
              </a:defRPr>
            </a:lvl3pPr>
            <a:lvl4pPr indent="-228600" lvl="3" marL="1828800" algn="l">
              <a:spcBef>
                <a:spcPts val="280"/>
              </a:spcBef>
              <a:spcAft>
                <a:spcPts val="0"/>
              </a:spcAft>
              <a:buSzPts val="1120"/>
              <a:buNone/>
              <a:defRPr sz="1400">
                <a:solidFill>
                  <a:srgbClr val="888888"/>
                </a:solidFill>
              </a:defRPr>
            </a:lvl4pPr>
            <a:lvl5pPr indent="-228600" lvl="4" marL="2286000" algn="l">
              <a:spcBef>
                <a:spcPts val="400"/>
              </a:spcBef>
              <a:spcAft>
                <a:spcPts val="0"/>
              </a:spcAft>
              <a:buSzPts val="980"/>
              <a:buNone/>
              <a:defRPr sz="1400">
                <a:solidFill>
                  <a:srgbClr val="888888"/>
                </a:solidFill>
              </a:defRPr>
            </a:lvl5pPr>
            <a:lvl6pPr indent="-320039" lvl="5" marL="2743200" algn="l">
              <a:spcBef>
                <a:spcPts val="40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5"/>
          <p:cNvSpPr txBox="1"/>
          <p:nvPr>
            <p:ph idx="10" type="dt"/>
          </p:nvPr>
        </p:nvSpPr>
        <p:spPr>
          <a:xfrm>
            <a:off x="4724238" y="6556810"/>
            <a:ext cx="2002464" cy="226902"/>
          </a:xfrm>
          <a:prstGeom prst="rect">
            <a:avLst/>
          </a:prstGeom>
          <a:noFill/>
          <a:ln>
            <a:noFill/>
          </a:ln>
        </p:spPr>
        <p:txBody>
          <a:bodyPr anchorCtr="0" anchor="b" bIns="0" lIns="91425" spcFirstLastPara="1" rIns="91425" wrap="square" tIns="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1" type="ftr"/>
          </p:nvPr>
        </p:nvSpPr>
        <p:spPr>
          <a:xfrm>
            <a:off x="1735358" y="6556810"/>
            <a:ext cx="2895600" cy="228600"/>
          </a:xfrm>
          <a:prstGeom prst="rect">
            <a:avLst/>
          </a:prstGeom>
          <a:noFill/>
          <a:ln>
            <a:noFill/>
          </a:ln>
        </p:spPr>
        <p:txBody>
          <a:bodyPr anchorCtr="0" anchor="b" bIns="0" lIns="91425" spcFirstLastPara="1" rIns="91425" wrap="square" tIns="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idx="12" type="sldNum"/>
          </p:nvPr>
        </p:nvSpPr>
        <p:spPr>
          <a:xfrm>
            <a:off x="6733952" y="6555112"/>
            <a:ext cx="588336" cy="2286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6"/>
          <p:cNvSpPr txBox="1"/>
          <p:nvPr>
            <p:ph type="title"/>
          </p:nvPr>
        </p:nvSpPr>
        <p:spPr>
          <a:xfrm>
            <a:off x="457200" y="320040"/>
            <a:ext cx="7242048" cy="1143000"/>
          </a:xfrm>
          <a:prstGeom prst="rect">
            <a:avLst/>
          </a:prstGeom>
          <a:noFill/>
          <a:ln>
            <a:noFill/>
          </a:ln>
        </p:spPr>
        <p:txBody>
          <a:bodyPr anchorCtr="0" anchor="b" bIns="0" lIns="45700" spcFirstLastPara="1" rIns="45700" wrap="square" tIns="0">
            <a:normAutofit/>
          </a:bodyPr>
          <a:lstStyle>
            <a:lvl1pPr lvl="0" algn="l">
              <a:spcBef>
                <a:spcPts val="0"/>
              </a:spcBef>
              <a:spcAft>
                <a:spcPts val="0"/>
              </a:spcAft>
              <a:buClr>
                <a:srgbClr val="F9F4F6"/>
              </a:buClr>
              <a:buSzPts val="3800"/>
              <a:buFont typeface="Trebuchet M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
          <p:cNvSpPr txBox="1"/>
          <p:nvPr>
            <p:ph idx="1" type="body"/>
          </p:nvPr>
        </p:nvSpPr>
        <p:spPr>
          <a:xfrm>
            <a:off x="457200" y="5867400"/>
            <a:ext cx="3520440" cy="457200"/>
          </a:xfrm>
          <a:prstGeom prst="rect">
            <a:avLst/>
          </a:prstGeom>
          <a:noFill/>
          <a:ln cap="flat" cmpd="sng" w="12700">
            <a:solidFill>
              <a:schemeClr val="dk2"/>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ctr">
              <a:spcBef>
                <a:spcPts val="600"/>
              </a:spcBef>
              <a:spcAft>
                <a:spcPts val="0"/>
              </a:spcAft>
              <a:buSzPts val="1314"/>
              <a:buNone/>
              <a:defRPr b="1" sz="1800">
                <a:solidFill>
                  <a:schemeClr val="dk2"/>
                </a:solidFill>
                <a:latin typeface="Trebuchet MS"/>
                <a:ea typeface="Trebuchet MS"/>
                <a:cs typeface="Trebuchet MS"/>
                <a:sym typeface="Trebuchet MS"/>
              </a:defRPr>
            </a:lvl1pPr>
            <a:lvl2pPr indent="-228600" lvl="1" marL="914400" algn="l">
              <a:spcBef>
                <a:spcPts val="500"/>
              </a:spcBef>
              <a:spcAft>
                <a:spcPts val="0"/>
              </a:spcAft>
              <a:buSzPts val="1600"/>
              <a:buNone/>
              <a:defRPr b="1" sz="2000">
                <a:solidFill>
                  <a:schemeClr val="lt1"/>
                </a:solidFill>
                <a:latin typeface="Trebuchet MS"/>
                <a:ea typeface="Trebuchet MS"/>
                <a:cs typeface="Trebuchet MS"/>
                <a:sym typeface="Trebuchet MS"/>
              </a:defRPr>
            </a:lvl2pPr>
            <a:lvl3pPr indent="-228600" lvl="2" marL="1371600" algn="l">
              <a:spcBef>
                <a:spcPts val="400"/>
              </a:spcBef>
              <a:spcAft>
                <a:spcPts val="0"/>
              </a:spcAft>
              <a:buSzPts val="1080"/>
              <a:buNone/>
              <a:defRPr b="1" sz="1800">
                <a:solidFill>
                  <a:schemeClr val="lt1"/>
                </a:solidFill>
                <a:latin typeface="Trebuchet MS"/>
                <a:ea typeface="Trebuchet MS"/>
                <a:cs typeface="Trebuchet MS"/>
                <a:sym typeface="Trebuchet MS"/>
              </a:defRPr>
            </a:lvl3pPr>
            <a:lvl4pPr indent="-228600" lvl="3" marL="1828800" algn="l">
              <a:spcBef>
                <a:spcPts val="320"/>
              </a:spcBef>
              <a:spcAft>
                <a:spcPts val="0"/>
              </a:spcAft>
              <a:buSzPts val="1280"/>
              <a:buNone/>
              <a:defRPr b="1" sz="1600">
                <a:solidFill>
                  <a:schemeClr val="lt1"/>
                </a:solidFill>
                <a:latin typeface="Trebuchet MS"/>
                <a:ea typeface="Trebuchet MS"/>
                <a:cs typeface="Trebuchet MS"/>
                <a:sym typeface="Trebuchet MS"/>
              </a:defRPr>
            </a:lvl4pPr>
            <a:lvl5pPr indent="-228600" lvl="4" marL="2286000" algn="l">
              <a:spcBef>
                <a:spcPts val="400"/>
              </a:spcBef>
              <a:spcAft>
                <a:spcPts val="0"/>
              </a:spcAft>
              <a:buSzPts val="1120"/>
              <a:buNone/>
              <a:defRPr b="1" sz="1600">
                <a:solidFill>
                  <a:schemeClr val="lt1"/>
                </a:solidFill>
                <a:latin typeface="Trebuchet MS"/>
                <a:ea typeface="Trebuchet MS"/>
                <a:cs typeface="Trebuchet MS"/>
                <a:sym typeface="Trebuchet MS"/>
              </a:defRPr>
            </a:lvl5pPr>
            <a:lvl6pPr indent="-320039" lvl="5" marL="2743200" algn="l">
              <a:spcBef>
                <a:spcPts val="40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6" name="Google Shape;46;p6"/>
          <p:cNvSpPr txBox="1"/>
          <p:nvPr>
            <p:ph idx="2" type="body"/>
          </p:nvPr>
        </p:nvSpPr>
        <p:spPr>
          <a:xfrm>
            <a:off x="4178808" y="5867400"/>
            <a:ext cx="3520440" cy="457200"/>
          </a:xfrm>
          <a:prstGeom prst="rect">
            <a:avLst/>
          </a:prstGeom>
          <a:noFill/>
          <a:ln cap="flat" cmpd="sng" w="12700">
            <a:solidFill>
              <a:schemeClr val="dk2"/>
            </a:solidFill>
            <a:prstDash val="solid"/>
            <a:round/>
            <a:headEnd len="sm" w="sm" type="none"/>
            <a:tailEnd len="sm" w="sm" type="none"/>
          </a:ln>
        </p:spPr>
        <p:txBody>
          <a:bodyPr anchorCtr="0" anchor="ctr" bIns="45700" lIns="91425" spcFirstLastPara="1" rIns="91425" wrap="square" tIns="45700">
            <a:normAutofit/>
          </a:bodyPr>
          <a:lstStyle>
            <a:lvl1pPr indent="-228600" lvl="0" marL="457200" algn="ctr">
              <a:spcBef>
                <a:spcPts val="600"/>
              </a:spcBef>
              <a:spcAft>
                <a:spcPts val="0"/>
              </a:spcAft>
              <a:buSzPts val="1314"/>
              <a:buNone/>
              <a:defRPr b="1" sz="1800">
                <a:solidFill>
                  <a:schemeClr val="dk2"/>
                </a:solidFill>
                <a:latin typeface="Trebuchet MS"/>
                <a:ea typeface="Trebuchet MS"/>
                <a:cs typeface="Trebuchet MS"/>
                <a:sym typeface="Trebuchet MS"/>
              </a:defRPr>
            </a:lvl1pPr>
            <a:lvl2pPr indent="-228600" lvl="1" marL="914400" algn="l">
              <a:spcBef>
                <a:spcPts val="500"/>
              </a:spcBef>
              <a:spcAft>
                <a:spcPts val="0"/>
              </a:spcAft>
              <a:buSzPts val="1600"/>
              <a:buNone/>
              <a:defRPr b="1" sz="2000">
                <a:solidFill>
                  <a:schemeClr val="lt1"/>
                </a:solidFill>
                <a:latin typeface="Trebuchet MS"/>
                <a:ea typeface="Trebuchet MS"/>
                <a:cs typeface="Trebuchet MS"/>
                <a:sym typeface="Trebuchet MS"/>
              </a:defRPr>
            </a:lvl2pPr>
            <a:lvl3pPr indent="-228600" lvl="2" marL="1371600" algn="l">
              <a:spcBef>
                <a:spcPts val="400"/>
              </a:spcBef>
              <a:spcAft>
                <a:spcPts val="0"/>
              </a:spcAft>
              <a:buSzPts val="1080"/>
              <a:buNone/>
              <a:defRPr b="1" sz="1800">
                <a:solidFill>
                  <a:schemeClr val="lt1"/>
                </a:solidFill>
                <a:latin typeface="Trebuchet MS"/>
                <a:ea typeface="Trebuchet MS"/>
                <a:cs typeface="Trebuchet MS"/>
                <a:sym typeface="Trebuchet MS"/>
              </a:defRPr>
            </a:lvl3pPr>
            <a:lvl4pPr indent="-228600" lvl="3" marL="1828800" algn="l">
              <a:spcBef>
                <a:spcPts val="320"/>
              </a:spcBef>
              <a:spcAft>
                <a:spcPts val="0"/>
              </a:spcAft>
              <a:buSzPts val="1280"/>
              <a:buNone/>
              <a:defRPr b="1" sz="1600">
                <a:solidFill>
                  <a:schemeClr val="lt1"/>
                </a:solidFill>
                <a:latin typeface="Trebuchet MS"/>
                <a:ea typeface="Trebuchet MS"/>
                <a:cs typeface="Trebuchet MS"/>
                <a:sym typeface="Trebuchet MS"/>
              </a:defRPr>
            </a:lvl4pPr>
            <a:lvl5pPr indent="-228600" lvl="4" marL="2286000" algn="l">
              <a:spcBef>
                <a:spcPts val="400"/>
              </a:spcBef>
              <a:spcAft>
                <a:spcPts val="0"/>
              </a:spcAft>
              <a:buSzPts val="1120"/>
              <a:buNone/>
              <a:defRPr b="1" sz="1600">
                <a:solidFill>
                  <a:schemeClr val="lt1"/>
                </a:solidFill>
                <a:latin typeface="Trebuchet MS"/>
                <a:ea typeface="Trebuchet MS"/>
                <a:cs typeface="Trebuchet MS"/>
                <a:sym typeface="Trebuchet MS"/>
              </a:defRPr>
            </a:lvl5pPr>
            <a:lvl6pPr indent="-320039" lvl="5" marL="2743200" algn="l">
              <a:spcBef>
                <a:spcPts val="40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7" name="Google Shape;47;p6"/>
          <p:cNvSpPr txBox="1"/>
          <p:nvPr>
            <p:ph idx="3" type="body"/>
          </p:nvPr>
        </p:nvSpPr>
        <p:spPr>
          <a:xfrm>
            <a:off x="457200" y="1711840"/>
            <a:ext cx="3520440" cy="4114800"/>
          </a:xfrm>
          <a:prstGeom prst="rect">
            <a:avLst/>
          </a:prstGeom>
          <a:noFill/>
          <a:ln>
            <a:noFill/>
          </a:ln>
        </p:spPr>
        <p:txBody>
          <a:bodyPr anchorCtr="0" anchor="t" bIns="45700" lIns="91425" spcFirstLastPara="1" rIns="91425" wrap="square" tIns="45700">
            <a:normAutofit/>
          </a:bodyPr>
          <a:lstStyle>
            <a:lvl1pPr indent="-339852" lvl="0" marL="457200" algn="l">
              <a:spcBef>
                <a:spcPts val="600"/>
              </a:spcBef>
              <a:spcAft>
                <a:spcPts val="0"/>
              </a:spcAft>
              <a:buSzPts val="1752"/>
              <a:buChar char="⦿"/>
              <a:defRPr sz="2400"/>
            </a:lvl1pPr>
            <a:lvl2pPr indent="-330200" lvl="1" marL="914400" algn="l">
              <a:spcBef>
                <a:spcPts val="500"/>
              </a:spcBef>
              <a:spcAft>
                <a:spcPts val="0"/>
              </a:spcAft>
              <a:buSzPts val="1600"/>
              <a:buChar char="◼"/>
              <a:defRPr sz="2000"/>
            </a:lvl2pPr>
            <a:lvl3pPr indent="-297180" lvl="2" marL="1371600" algn="l">
              <a:spcBef>
                <a:spcPts val="400"/>
              </a:spcBef>
              <a:spcAft>
                <a:spcPts val="0"/>
              </a:spcAft>
              <a:buSzPts val="1080"/>
              <a:buChar char="🞆"/>
              <a:defRPr sz="1800"/>
            </a:lvl3pPr>
            <a:lvl4pPr indent="-309880" lvl="3" marL="1828800" algn="l">
              <a:spcBef>
                <a:spcPts val="320"/>
              </a:spcBef>
              <a:spcAft>
                <a:spcPts val="0"/>
              </a:spcAft>
              <a:buSzPts val="1280"/>
              <a:buChar char="⚫"/>
              <a:defRPr sz="1600"/>
            </a:lvl4pPr>
            <a:lvl5pPr indent="-299720" lvl="4" marL="2286000" algn="l">
              <a:spcBef>
                <a:spcPts val="400"/>
              </a:spcBef>
              <a:spcAft>
                <a:spcPts val="0"/>
              </a:spcAft>
              <a:buSzPts val="1120"/>
              <a:buChar char="◉"/>
              <a:defRPr sz="1600"/>
            </a:lvl5pPr>
            <a:lvl6pPr indent="-320039" lvl="5" marL="2743200" algn="l">
              <a:spcBef>
                <a:spcPts val="40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8" name="Google Shape;48;p6"/>
          <p:cNvSpPr txBox="1"/>
          <p:nvPr>
            <p:ph idx="4" type="body"/>
          </p:nvPr>
        </p:nvSpPr>
        <p:spPr>
          <a:xfrm>
            <a:off x="4178808" y="1711840"/>
            <a:ext cx="3520440" cy="4114800"/>
          </a:xfrm>
          <a:prstGeom prst="rect">
            <a:avLst/>
          </a:prstGeom>
          <a:noFill/>
          <a:ln>
            <a:noFill/>
          </a:ln>
        </p:spPr>
        <p:txBody>
          <a:bodyPr anchorCtr="0" anchor="t" bIns="45700" lIns="91425" spcFirstLastPara="1" rIns="91425" wrap="square" tIns="45700">
            <a:normAutofit/>
          </a:bodyPr>
          <a:lstStyle>
            <a:lvl1pPr indent="-339852" lvl="0" marL="457200" algn="l">
              <a:spcBef>
                <a:spcPts val="600"/>
              </a:spcBef>
              <a:spcAft>
                <a:spcPts val="0"/>
              </a:spcAft>
              <a:buSzPts val="1752"/>
              <a:buChar char="⦿"/>
              <a:defRPr sz="2400"/>
            </a:lvl1pPr>
            <a:lvl2pPr indent="-330200" lvl="1" marL="914400" algn="l">
              <a:spcBef>
                <a:spcPts val="500"/>
              </a:spcBef>
              <a:spcAft>
                <a:spcPts val="0"/>
              </a:spcAft>
              <a:buSzPts val="1600"/>
              <a:buChar char="◼"/>
              <a:defRPr sz="2000"/>
            </a:lvl2pPr>
            <a:lvl3pPr indent="-297180" lvl="2" marL="1371600" algn="l">
              <a:spcBef>
                <a:spcPts val="400"/>
              </a:spcBef>
              <a:spcAft>
                <a:spcPts val="0"/>
              </a:spcAft>
              <a:buSzPts val="1080"/>
              <a:buChar char="🞆"/>
              <a:defRPr sz="1800"/>
            </a:lvl3pPr>
            <a:lvl4pPr indent="-309880" lvl="3" marL="1828800" algn="l">
              <a:spcBef>
                <a:spcPts val="320"/>
              </a:spcBef>
              <a:spcAft>
                <a:spcPts val="0"/>
              </a:spcAft>
              <a:buSzPts val="1280"/>
              <a:buChar char="⚫"/>
              <a:defRPr sz="1600"/>
            </a:lvl4pPr>
            <a:lvl5pPr indent="-299720" lvl="4" marL="2286000" algn="l">
              <a:spcBef>
                <a:spcPts val="400"/>
              </a:spcBef>
              <a:spcAft>
                <a:spcPts val="0"/>
              </a:spcAft>
              <a:buSzPts val="1120"/>
              <a:buChar char="◉"/>
              <a:defRPr sz="1600"/>
            </a:lvl5pPr>
            <a:lvl6pPr indent="-320039" lvl="5" marL="2743200" algn="l">
              <a:spcBef>
                <a:spcPts val="40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9" name="Google Shape;49;p6"/>
          <p:cNvSpPr txBox="1"/>
          <p:nvPr>
            <p:ph idx="10" type="dt"/>
          </p:nvPr>
        </p:nvSpPr>
        <p:spPr>
          <a:xfrm>
            <a:off x="4245936" y="6557946"/>
            <a:ext cx="2002464" cy="226902"/>
          </a:xfrm>
          <a:prstGeom prst="rect">
            <a:avLst/>
          </a:prstGeom>
          <a:noFill/>
          <a:ln>
            <a:noFill/>
          </a:ln>
        </p:spPr>
        <p:txBody>
          <a:bodyPr anchorCtr="0" anchor="b" bIns="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
          <p:cNvSpPr txBox="1"/>
          <p:nvPr>
            <p:ph idx="11" type="ftr"/>
          </p:nvPr>
        </p:nvSpPr>
        <p:spPr>
          <a:xfrm>
            <a:off x="457200" y="6557946"/>
            <a:ext cx="3657600" cy="228600"/>
          </a:xfrm>
          <a:prstGeom prst="rect">
            <a:avLst/>
          </a:prstGeom>
          <a:noFill/>
          <a:ln>
            <a:noFill/>
          </a:ln>
        </p:spPr>
        <p:txBody>
          <a:bodyPr anchorCtr="0" anchor="b" bIns="0" lIns="91425" spcFirstLastPara="1" rIns="91425"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
          <p:cNvSpPr txBox="1"/>
          <p:nvPr>
            <p:ph idx="12" type="sldNum"/>
          </p:nvPr>
        </p:nvSpPr>
        <p:spPr>
          <a:xfrm>
            <a:off x="6251448" y="6556248"/>
            <a:ext cx="588336" cy="2286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7"/>
          <p:cNvSpPr txBox="1"/>
          <p:nvPr>
            <p:ph type="title"/>
          </p:nvPr>
        </p:nvSpPr>
        <p:spPr>
          <a:xfrm>
            <a:off x="457200" y="320040"/>
            <a:ext cx="7242048" cy="1143000"/>
          </a:xfrm>
          <a:prstGeom prst="rect">
            <a:avLst/>
          </a:prstGeom>
          <a:noFill/>
          <a:ln>
            <a:noFill/>
          </a:ln>
        </p:spPr>
        <p:txBody>
          <a:bodyPr anchorCtr="0" anchor="b" bIns="0" lIns="45700" spcFirstLastPara="1" rIns="45700" wrap="square" tIns="0">
            <a:normAutofit/>
          </a:bodyPr>
          <a:lstStyle>
            <a:lvl1pPr lvl="0" algn="l">
              <a:spcBef>
                <a:spcPts val="0"/>
              </a:spcBef>
              <a:spcAft>
                <a:spcPts val="0"/>
              </a:spcAft>
              <a:buClr>
                <a:srgbClr val="F9F4F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7"/>
          <p:cNvSpPr txBox="1"/>
          <p:nvPr>
            <p:ph idx="10" type="dt"/>
          </p:nvPr>
        </p:nvSpPr>
        <p:spPr>
          <a:xfrm>
            <a:off x="4245936" y="6557946"/>
            <a:ext cx="2002464" cy="226902"/>
          </a:xfrm>
          <a:prstGeom prst="rect">
            <a:avLst/>
          </a:prstGeom>
          <a:noFill/>
          <a:ln>
            <a:noFill/>
          </a:ln>
        </p:spPr>
        <p:txBody>
          <a:bodyPr anchorCtr="0" anchor="b" bIns="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7"/>
          <p:cNvSpPr txBox="1"/>
          <p:nvPr>
            <p:ph idx="11" type="ftr"/>
          </p:nvPr>
        </p:nvSpPr>
        <p:spPr>
          <a:xfrm>
            <a:off x="457200" y="6557946"/>
            <a:ext cx="3657600" cy="228600"/>
          </a:xfrm>
          <a:prstGeom prst="rect">
            <a:avLst/>
          </a:prstGeom>
          <a:noFill/>
          <a:ln>
            <a:noFill/>
          </a:ln>
        </p:spPr>
        <p:txBody>
          <a:bodyPr anchorCtr="0" anchor="b" bIns="0" lIns="91425" spcFirstLastPara="1" rIns="91425"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
          <p:cNvSpPr txBox="1"/>
          <p:nvPr>
            <p:ph idx="12" type="sldNum"/>
          </p:nvPr>
        </p:nvSpPr>
        <p:spPr>
          <a:xfrm>
            <a:off x="6251448" y="6556248"/>
            <a:ext cx="588336" cy="2286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8"/>
          <p:cNvSpPr txBox="1"/>
          <p:nvPr>
            <p:ph idx="10" type="dt"/>
          </p:nvPr>
        </p:nvSpPr>
        <p:spPr>
          <a:xfrm>
            <a:off x="4245936" y="6557946"/>
            <a:ext cx="2002464" cy="226902"/>
          </a:xfrm>
          <a:prstGeom prst="rect">
            <a:avLst/>
          </a:prstGeom>
          <a:noFill/>
          <a:ln>
            <a:noFill/>
          </a:ln>
        </p:spPr>
        <p:txBody>
          <a:bodyPr anchorCtr="0" anchor="b" bIns="0" lIns="91425" spcFirstLastPara="1" rIns="91425" wrap="square" tIns="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1" type="ftr"/>
          </p:nvPr>
        </p:nvSpPr>
        <p:spPr>
          <a:xfrm>
            <a:off x="457200" y="6557946"/>
            <a:ext cx="3657600" cy="228600"/>
          </a:xfrm>
          <a:prstGeom prst="rect">
            <a:avLst/>
          </a:prstGeom>
          <a:noFill/>
          <a:ln>
            <a:noFill/>
          </a:ln>
        </p:spPr>
        <p:txBody>
          <a:bodyPr anchorCtr="0" anchor="b" bIns="0" lIns="91425" spcFirstLastPara="1" rIns="91425" wrap="square" tIns="0">
            <a:no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8"/>
          <p:cNvSpPr txBox="1"/>
          <p:nvPr>
            <p:ph idx="12" type="sldNum"/>
          </p:nvPr>
        </p:nvSpPr>
        <p:spPr>
          <a:xfrm>
            <a:off x="6251448" y="6556248"/>
            <a:ext cx="588336" cy="2286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9"/>
          <p:cNvSpPr txBox="1"/>
          <p:nvPr>
            <p:ph type="title"/>
          </p:nvPr>
        </p:nvSpPr>
        <p:spPr>
          <a:xfrm>
            <a:off x="457200" y="228600"/>
            <a:ext cx="5897880" cy="1173480"/>
          </a:xfrm>
          <a:prstGeom prst="rect">
            <a:avLst/>
          </a:prstGeom>
          <a:noFill/>
          <a:ln>
            <a:noFill/>
          </a:ln>
        </p:spPr>
        <p:txBody>
          <a:bodyPr anchorCtr="0" anchor="b" bIns="0" lIns="45700" spcFirstLastPara="1" rIns="45700" wrap="square" tIns="0">
            <a:normAutofit/>
          </a:bodyPr>
          <a:lstStyle>
            <a:lvl1pPr lvl="0" algn="l">
              <a:spcBef>
                <a:spcPts val="0"/>
              </a:spcBef>
              <a:spcAft>
                <a:spcPts val="0"/>
              </a:spcAft>
              <a:buClr>
                <a:srgbClr val="F9F4F6"/>
              </a:buClr>
              <a:buSzPts val="2400"/>
              <a:buFont typeface="Trebuchet M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9"/>
          <p:cNvSpPr txBox="1"/>
          <p:nvPr>
            <p:ph idx="1" type="body"/>
          </p:nvPr>
        </p:nvSpPr>
        <p:spPr>
          <a:xfrm>
            <a:off x="457200" y="1497416"/>
            <a:ext cx="5897880" cy="602512"/>
          </a:xfrm>
          <a:prstGeom prst="rect">
            <a:avLst/>
          </a:prstGeom>
          <a:noFill/>
          <a:ln>
            <a:noFill/>
          </a:ln>
        </p:spPr>
        <p:txBody>
          <a:bodyPr anchorCtr="0" anchor="t" bIns="0" lIns="45700" spcFirstLastPara="1" rIns="0" wrap="square" tIns="0">
            <a:normAutofit/>
          </a:bodyPr>
          <a:lstStyle>
            <a:lvl1pPr indent="-228600" lvl="0" marL="457200" algn="l">
              <a:spcBef>
                <a:spcPts val="0"/>
              </a:spcBef>
              <a:spcAft>
                <a:spcPts val="0"/>
              </a:spcAft>
              <a:buSzPts val="1022"/>
              <a:buNone/>
              <a:defRPr sz="1400"/>
            </a:lvl1pPr>
            <a:lvl2pPr indent="-228600" lvl="1" marL="914400" algn="l">
              <a:spcBef>
                <a:spcPts val="500"/>
              </a:spcBef>
              <a:spcAft>
                <a:spcPts val="0"/>
              </a:spcAft>
              <a:buSzPts val="960"/>
              <a:buNone/>
              <a:defRPr sz="1200"/>
            </a:lvl2pPr>
            <a:lvl3pPr indent="-228600" lvl="2" marL="1371600" algn="l">
              <a:spcBef>
                <a:spcPts val="400"/>
              </a:spcBef>
              <a:spcAft>
                <a:spcPts val="0"/>
              </a:spcAft>
              <a:buSzPts val="600"/>
              <a:buNone/>
              <a:defRPr sz="1000"/>
            </a:lvl3pPr>
            <a:lvl4pPr indent="-228600" lvl="3" marL="1828800" algn="l">
              <a:spcBef>
                <a:spcPts val="180"/>
              </a:spcBef>
              <a:spcAft>
                <a:spcPts val="0"/>
              </a:spcAft>
              <a:buSzPts val="720"/>
              <a:buNone/>
              <a:defRPr sz="900"/>
            </a:lvl4pPr>
            <a:lvl5pPr indent="-228600" lvl="4" marL="2286000" algn="l">
              <a:spcBef>
                <a:spcPts val="400"/>
              </a:spcBef>
              <a:spcAft>
                <a:spcPts val="0"/>
              </a:spcAft>
              <a:buSzPts val="630"/>
              <a:buNone/>
              <a:defRPr sz="900"/>
            </a:lvl5pPr>
            <a:lvl6pPr indent="-320039" lvl="5" marL="2743200" algn="l">
              <a:spcBef>
                <a:spcPts val="40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4" name="Google Shape;64;p9"/>
          <p:cNvSpPr txBox="1"/>
          <p:nvPr>
            <p:ph idx="2" type="body"/>
          </p:nvPr>
        </p:nvSpPr>
        <p:spPr>
          <a:xfrm>
            <a:off x="457200" y="2133600"/>
            <a:ext cx="7239000" cy="4371752"/>
          </a:xfrm>
          <a:prstGeom prst="rect">
            <a:avLst/>
          </a:prstGeom>
          <a:noFill/>
          <a:ln>
            <a:noFill/>
          </a:ln>
        </p:spPr>
        <p:txBody>
          <a:bodyPr anchorCtr="0" anchor="t" bIns="45700" lIns="91425" spcFirstLastPara="1" rIns="91425" wrap="square" tIns="45700">
            <a:normAutofit/>
          </a:bodyPr>
          <a:lstStyle>
            <a:lvl1pPr indent="-376936" lvl="0" marL="457200" algn="l">
              <a:spcBef>
                <a:spcPts val="600"/>
              </a:spcBef>
              <a:spcAft>
                <a:spcPts val="0"/>
              </a:spcAft>
              <a:buSzPts val="2336"/>
              <a:buChar char="⦿"/>
              <a:defRPr sz="3200"/>
            </a:lvl1pPr>
            <a:lvl2pPr indent="-370840" lvl="1" marL="914400" algn="l">
              <a:spcBef>
                <a:spcPts val="500"/>
              </a:spcBef>
              <a:spcAft>
                <a:spcPts val="0"/>
              </a:spcAft>
              <a:buSzPts val="2240"/>
              <a:buChar char="◼"/>
              <a:defRPr sz="2800"/>
            </a:lvl2pPr>
            <a:lvl3pPr indent="-320039" lvl="2" marL="1371600" algn="l">
              <a:spcBef>
                <a:spcPts val="400"/>
              </a:spcBef>
              <a:spcAft>
                <a:spcPts val="0"/>
              </a:spcAft>
              <a:buSzPts val="1440"/>
              <a:buChar char="🞆"/>
              <a:defRPr sz="2400"/>
            </a:lvl3pPr>
            <a:lvl4pPr indent="-330200" lvl="3" marL="1828800" algn="l">
              <a:spcBef>
                <a:spcPts val="400"/>
              </a:spcBef>
              <a:spcAft>
                <a:spcPts val="0"/>
              </a:spcAft>
              <a:buSzPts val="1600"/>
              <a:buChar char="⚫"/>
              <a:defRPr sz="2000"/>
            </a:lvl4pPr>
            <a:lvl5pPr indent="-317500" lvl="4" marL="2286000" algn="l">
              <a:spcBef>
                <a:spcPts val="400"/>
              </a:spcBef>
              <a:spcAft>
                <a:spcPts val="0"/>
              </a:spcAft>
              <a:buSzPts val="1400"/>
              <a:buChar char="◉"/>
              <a:defRPr sz="2000"/>
            </a:lvl5pPr>
            <a:lvl6pPr indent="-320039" lvl="5" marL="2743200" algn="l">
              <a:spcBef>
                <a:spcPts val="40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9"/>
          <p:cNvSpPr txBox="1"/>
          <p:nvPr>
            <p:ph idx="10" type="dt"/>
          </p:nvPr>
        </p:nvSpPr>
        <p:spPr>
          <a:xfrm>
            <a:off x="4245936" y="6557946"/>
            <a:ext cx="2002464" cy="226902"/>
          </a:xfrm>
          <a:prstGeom prst="rect">
            <a:avLst/>
          </a:prstGeom>
          <a:noFill/>
          <a:ln>
            <a:noFill/>
          </a:ln>
        </p:spPr>
        <p:txBody>
          <a:bodyPr anchorCtr="0" anchor="b" bIns="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1" type="ftr"/>
          </p:nvPr>
        </p:nvSpPr>
        <p:spPr>
          <a:xfrm>
            <a:off x="457200" y="6557946"/>
            <a:ext cx="3657600" cy="228600"/>
          </a:xfrm>
          <a:prstGeom prst="rect">
            <a:avLst/>
          </a:prstGeom>
          <a:noFill/>
          <a:ln>
            <a:noFill/>
          </a:ln>
        </p:spPr>
        <p:txBody>
          <a:bodyPr anchorCtr="0" anchor="b" bIns="0" lIns="91425" spcFirstLastPara="1" rIns="91425"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2" type="sldNum"/>
          </p:nvPr>
        </p:nvSpPr>
        <p:spPr>
          <a:xfrm>
            <a:off x="6251448" y="6556248"/>
            <a:ext cx="588336" cy="2286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68" name="Shape 68"/>
        <p:cNvGrpSpPr/>
        <p:nvPr/>
      </p:nvGrpSpPr>
      <p:grpSpPr>
        <a:xfrm>
          <a:off x="0" y="0"/>
          <a:ext cx="0" cy="0"/>
          <a:chOff x="0" y="0"/>
          <a:chExt cx="0" cy="0"/>
        </a:xfrm>
      </p:grpSpPr>
      <p:sp>
        <p:nvSpPr>
          <p:cNvPr id="69" name="Google Shape;69;p10"/>
          <p:cNvSpPr/>
          <p:nvPr/>
        </p:nvSpPr>
        <p:spPr>
          <a:xfrm rot="-360000">
            <a:off x="597968" y="1004668"/>
            <a:ext cx="4319527" cy="4312573"/>
          </a:xfrm>
          <a:prstGeom prst="rect">
            <a:avLst/>
          </a:prstGeom>
          <a:solidFill>
            <a:srgbClr val="FAFAFA"/>
          </a:solidFill>
          <a:ln cap="rnd" cmpd="sng" w="9525">
            <a:solidFill>
              <a:srgbClr val="EAEAEA"/>
            </a:solidFill>
            <a:prstDash val="solid"/>
            <a:round/>
            <a:headEnd len="sm" w="sm" type="none"/>
            <a:tailEnd len="sm" w="sm" type="none"/>
          </a:ln>
          <a:effectLst>
            <a:outerShdw blurRad="25000" rotWithShape="0" algn="t" dir="54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70" name="Google Shape;70;p10"/>
          <p:cNvSpPr/>
          <p:nvPr/>
        </p:nvSpPr>
        <p:spPr>
          <a:xfrm rot="-180000">
            <a:off x="596706" y="998816"/>
            <a:ext cx="4319527" cy="4312573"/>
          </a:xfrm>
          <a:prstGeom prst="rect">
            <a:avLst/>
          </a:prstGeom>
          <a:solidFill>
            <a:srgbClr val="FAFAFA"/>
          </a:solidFill>
          <a:ln cap="rnd" cmpd="sng" w="9525">
            <a:solidFill>
              <a:srgbClr val="EAEAEA"/>
            </a:solidFill>
            <a:prstDash val="solid"/>
            <a:round/>
            <a:headEnd len="sm" w="sm" type="none"/>
            <a:tailEnd len="sm" w="sm" type="none"/>
          </a:ln>
          <a:effectLst>
            <a:outerShdw blurRad="28000" rotWithShape="0" algn="tl" dir="54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71" name="Google Shape;71;p10"/>
          <p:cNvSpPr txBox="1"/>
          <p:nvPr>
            <p:ph type="title"/>
          </p:nvPr>
        </p:nvSpPr>
        <p:spPr>
          <a:xfrm>
            <a:off x="5389098" y="1143000"/>
            <a:ext cx="3429000" cy="2057400"/>
          </a:xfrm>
          <a:prstGeom prst="rect">
            <a:avLst/>
          </a:prstGeom>
          <a:noFill/>
          <a:ln>
            <a:noFill/>
          </a:ln>
        </p:spPr>
        <p:txBody>
          <a:bodyPr anchorCtr="0" anchor="b" bIns="0" lIns="45700" spcFirstLastPara="1" rIns="45700" wrap="square" tIns="0">
            <a:normAutofit/>
          </a:bodyPr>
          <a:lstStyle>
            <a:lvl1pPr lvl="0" algn="l">
              <a:spcBef>
                <a:spcPts val="0"/>
              </a:spcBef>
              <a:spcAft>
                <a:spcPts val="0"/>
              </a:spcAft>
              <a:buClr>
                <a:srgbClr val="F9F4F6"/>
              </a:buClr>
              <a:buSzPts val="3000"/>
              <a:buFont typeface="Trebuchet MS"/>
              <a:buNone/>
              <a:defRPr b="1" sz="3000">
                <a:solidFill>
                  <a:srgbClr val="F9F4F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0"/>
          <p:cNvSpPr txBox="1"/>
          <p:nvPr>
            <p:ph idx="1" type="body"/>
          </p:nvPr>
        </p:nvSpPr>
        <p:spPr>
          <a:xfrm>
            <a:off x="5389098" y="3283634"/>
            <a:ext cx="3429000" cy="1920240"/>
          </a:xfrm>
          <a:prstGeom prst="rect">
            <a:avLst/>
          </a:prstGeom>
          <a:noFill/>
          <a:ln>
            <a:noFill/>
          </a:ln>
        </p:spPr>
        <p:txBody>
          <a:bodyPr anchorCtr="0" anchor="t" bIns="0" lIns="82275" spcFirstLastPara="1" rIns="0" wrap="square" tIns="0">
            <a:normAutofit/>
          </a:bodyPr>
          <a:lstStyle>
            <a:lvl1pPr indent="-228600" lvl="0" marL="457200" algn="l">
              <a:lnSpc>
                <a:spcPct val="100000"/>
              </a:lnSpc>
              <a:spcBef>
                <a:spcPts val="0"/>
              </a:spcBef>
              <a:spcAft>
                <a:spcPts val="0"/>
              </a:spcAft>
              <a:buSzPts val="1022"/>
              <a:buFont typeface="Trebuchet MS"/>
              <a:buNone/>
              <a:defRPr sz="1400">
                <a:solidFill>
                  <a:schemeClr val="dk1"/>
                </a:solidFill>
              </a:defRPr>
            </a:lvl1pPr>
            <a:lvl2pPr indent="-289560" lvl="1" marL="914400" algn="l">
              <a:spcBef>
                <a:spcPts val="500"/>
              </a:spcBef>
              <a:spcAft>
                <a:spcPts val="0"/>
              </a:spcAft>
              <a:buSzPts val="960"/>
              <a:buChar char="◼"/>
              <a:defRPr sz="1200"/>
            </a:lvl2pPr>
            <a:lvl3pPr indent="-266700" lvl="2" marL="1371600" algn="l">
              <a:spcBef>
                <a:spcPts val="400"/>
              </a:spcBef>
              <a:spcAft>
                <a:spcPts val="0"/>
              </a:spcAft>
              <a:buSzPts val="600"/>
              <a:buChar char="🞆"/>
              <a:defRPr sz="1000"/>
            </a:lvl3pPr>
            <a:lvl4pPr indent="-274319" lvl="3" marL="1828800" algn="l">
              <a:spcBef>
                <a:spcPts val="180"/>
              </a:spcBef>
              <a:spcAft>
                <a:spcPts val="0"/>
              </a:spcAft>
              <a:buSzPts val="720"/>
              <a:buChar char="⚫"/>
              <a:defRPr sz="900"/>
            </a:lvl4pPr>
            <a:lvl5pPr indent="-268604" lvl="4" marL="2286000" algn="l">
              <a:spcBef>
                <a:spcPts val="400"/>
              </a:spcBef>
              <a:spcAft>
                <a:spcPts val="0"/>
              </a:spcAft>
              <a:buSzPts val="630"/>
              <a:buChar char="◉"/>
              <a:defRPr sz="900"/>
            </a:lvl5pPr>
            <a:lvl6pPr indent="-320039" lvl="5" marL="2743200" algn="l">
              <a:spcBef>
                <a:spcPts val="40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3" name="Google Shape;73;p10"/>
          <p:cNvSpPr txBox="1"/>
          <p:nvPr>
            <p:ph idx="10" type="dt"/>
          </p:nvPr>
        </p:nvSpPr>
        <p:spPr>
          <a:xfrm>
            <a:off x="4245936" y="6557946"/>
            <a:ext cx="2002464" cy="226902"/>
          </a:xfrm>
          <a:prstGeom prst="rect">
            <a:avLst/>
          </a:prstGeom>
          <a:noFill/>
          <a:ln>
            <a:noFill/>
          </a:ln>
        </p:spPr>
        <p:txBody>
          <a:bodyPr anchorCtr="0" anchor="b" bIns="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1" type="ftr"/>
          </p:nvPr>
        </p:nvSpPr>
        <p:spPr>
          <a:xfrm>
            <a:off x="457200" y="6557946"/>
            <a:ext cx="3657600" cy="228600"/>
          </a:xfrm>
          <a:prstGeom prst="rect">
            <a:avLst/>
          </a:prstGeom>
          <a:noFill/>
          <a:ln>
            <a:noFill/>
          </a:ln>
        </p:spPr>
        <p:txBody>
          <a:bodyPr anchorCtr="0" anchor="b" bIns="0" lIns="91425" spcFirstLastPara="1" rIns="91425"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
          <p:cNvSpPr txBox="1"/>
          <p:nvPr>
            <p:ph idx="12" type="sldNum"/>
          </p:nvPr>
        </p:nvSpPr>
        <p:spPr>
          <a:xfrm>
            <a:off x="6251448" y="6556248"/>
            <a:ext cx="588336" cy="2286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6" name="Google Shape;76;p10"/>
          <p:cNvSpPr/>
          <p:nvPr>
            <p:ph idx="2" type="pic"/>
          </p:nvPr>
        </p:nvSpPr>
        <p:spPr>
          <a:xfrm>
            <a:off x="663682" y="1041002"/>
            <a:ext cx="4206240" cy="4206240"/>
          </a:xfrm>
          <a:prstGeom prst="rect">
            <a:avLst/>
          </a:prstGeom>
          <a:solidFill>
            <a:srgbClr val="B9B692"/>
          </a:solidFill>
          <a:ln cap="flat" cmpd="sng" w="107950">
            <a:solidFill>
              <a:srgbClr val="FFFFFF"/>
            </a:solidFill>
            <a:prstDash val="solid"/>
            <a:miter lim="800000"/>
            <a:headEnd len="sm" w="sm" type="none"/>
            <a:tailEnd len="sm" w="sm" type="none"/>
          </a:ln>
          <a:effectLst>
            <a:outerShdw blurRad="44450" rotWithShape="0" algn="tl" dir="5400000" dist="3810">
              <a:srgbClr val="000000">
                <a:alpha val="60000"/>
              </a:srgbClr>
            </a:outerShdw>
          </a:effectLst>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11"/>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lvl1pPr lvl="0" algn="l">
              <a:spcBef>
                <a:spcPts val="0"/>
              </a:spcBef>
              <a:spcAft>
                <a:spcPts val="0"/>
              </a:spcAft>
              <a:buClr>
                <a:srgbClr val="F9F4F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1"/>
          <p:cNvSpPr txBox="1"/>
          <p:nvPr>
            <p:ph idx="1" type="body"/>
          </p:nvPr>
        </p:nvSpPr>
        <p:spPr>
          <a:xfrm rot="5400000">
            <a:off x="1653540" y="413076"/>
            <a:ext cx="4846320" cy="7239000"/>
          </a:xfrm>
          <a:prstGeom prst="rect">
            <a:avLst/>
          </a:prstGeom>
          <a:noFill/>
          <a:ln>
            <a:noFill/>
          </a:ln>
        </p:spPr>
        <p:txBody>
          <a:bodyPr anchorCtr="0" anchor="t" bIns="45700" lIns="91425" spcFirstLastPara="1" rIns="91425" wrap="square" tIns="45700">
            <a:normAutofit/>
          </a:bodyPr>
          <a:lstStyle>
            <a:lvl1pPr indent="-312039" lvl="0" marL="457200" algn="l">
              <a:spcBef>
                <a:spcPts val="600"/>
              </a:spcBef>
              <a:spcAft>
                <a:spcPts val="0"/>
              </a:spcAft>
              <a:buSzPts val="1314"/>
              <a:buChar char="⦿"/>
              <a:defRPr/>
            </a:lvl1pPr>
            <a:lvl2pPr indent="-320040" lvl="1" marL="914400" algn="l">
              <a:spcBef>
                <a:spcPts val="500"/>
              </a:spcBef>
              <a:spcAft>
                <a:spcPts val="0"/>
              </a:spcAft>
              <a:buSzPts val="1440"/>
              <a:buChar char="◼"/>
              <a:defRPr/>
            </a:lvl2pPr>
            <a:lvl3pPr indent="-297180" lvl="2" marL="1371600" algn="l">
              <a:spcBef>
                <a:spcPts val="400"/>
              </a:spcBef>
              <a:spcAft>
                <a:spcPts val="0"/>
              </a:spcAft>
              <a:buSzPts val="1080"/>
              <a:buChar char="🞆"/>
              <a:defRPr/>
            </a:lvl3pPr>
            <a:lvl4pPr indent="-320039" lvl="3" marL="1828800" algn="l">
              <a:spcBef>
                <a:spcPts val="360"/>
              </a:spcBef>
              <a:spcAft>
                <a:spcPts val="0"/>
              </a:spcAft>
              <a:buSzPts val="1440"/>
              <a:buChar char="⚫"/>
              <a:defRPr/>
            </a:lvl4pPr>
            <a:lvl5pPr indent="-308610" lvl="4" marL="2286000" algn="l">
              <a:spcBef>
                <a:spcPts val="400"/>
              </a:spcBef>
              <a:spcAft>
                <a:spcPts val="0"/>
              </a:spcAft>
              <a:buSzPts val="1260"/>
              <a:buChar char="◉"/>
              <a:defRPr/>
            </a:lvl5pPr>
            <a:lvl6pPr indent="-320039" lvl="5" marL="2743200" algn="l">
              <a:spcBef>
                <a:spcPts val="40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0" name="Google Shape;80;p11"/>
          <p:cNvSpPr txBox="1"/>
          <p:nvPr>
            <p:ph idx="10" type="dt"/>
          </p:nvPr>
        </p:nvSpPr>
        <p:spPr>
          <a:xfrm>
            <a:off x="4245936" y="6557946"/>
            <a:ext cx="2002464" cy="226902"/>
          </a:xfrm>
          <a:prstGeom prst="rect">
            <a:avLst/>
          </a:prstGeom>
          <a:noFill/>
          <a:ln>
            <a:noFill/>
          </a:ln>
        </p:spPr>
        <p:txBody>
          <a:bodyPr anchorCtr="0" anchor="b" bIns="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1"/>
          <p:cNvSpPr txBox="1"/>
          <p:nvPr>
            <p:ph idx="11" type="ftr"/>
          </p:nvPr>
        </p:nvSpPr>
        <p:spPr>
          <a:xfrm>
            <a:off x="457200" y="6557946"/>
            <a:ext cx="3657600" cy="228600"/>
          </a:xfrm>
          <a:prstGeom prst="rect">
            <a:avLst/>
          </a:prstGeom>
          <a:noFill/>
          <a:ln>
            <a:noFill/>
          </a:ln>
        </p:spPr>
        <p:txBody>
          <a:bodyPr anchorCtr="0" anchor="b" bIns="0" lIns="91425" spcFirstLastPara="1" rIns="91425"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2" type="sldNum"/>
          </p:nvPr>
        </p:nvSpPr>
        <p:spPr>
          <a:xfrm>
            <a:off x="6251448" y="6556248"/>
            <a:ext cx="588336" cy="228600"/>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12"/>
          <p:cNvSpPr txBox="1"/>
          <p:nvPr>
            <p:ph type="title"/>
          </p:nvPr>
        </p:nvSpPr>
        <p:spPr>
          <a:xfrm rot="5400000">
            <a:off x="4389438" y="2438718"/>
            <a:ext cx="5851525" cy="1524000"/>
          </a:xfrm>
          <a:prstGeom prst="rect">
            <a:avLst/>
          </a:prstGeom>
          <a:noFill/>
          <a:ln>
            <a:noFill/>
          </a:ln>
        </p:spPr>
        <p:txBody>
          <a:bodyPr anchorCtr="0" anchor="t" bIns="0" lIns="45700" spcFirstLastPara="1" rIns="45700" wrap="square" tIns="0">
            <a:normAutofit/>
          </a:bodyPr>
          <a:lstStyle>
            <a:lvl1pPr lvl="0" algn="l">
              <a:spcBef>
                <a:spcPts val="0"/>
              </a:spcBef>
              <a:spcAft>
                <a:spcPts val="0"/>
              </a:spcAft>
              <a:buClr>
                <a:srgbClr val="F9F4F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2"/>
          <p:cNvSpPr txBox="1"/>
          <p:nvPr>
            <p:ph idx="1" type="body"/>
          </p:nvPr>
        </p:nvSpPr>
        <p:spPr>
          <a:xfrm rot="5400000">
            <a:off x="541338" y="190504"/>
            <a:ext cx="5851525" cy="6019800"/>
          </a:xfrm>
          <a:prstGeom prst="rect">
            <a:avLst/>
          </a:prstGeom>
          <a:noFill/>
          <a:ln>
            <a:noFill/>
          </a:ln>
        </p:spPr>
        <p:txBody>
          <a:bodyPr anchorCtr="0" anchor="t" bIns="45700" lIns="91425" spcFirstLastPara="1" rIns="91425" wrap="square" tIns="45700">
            <a:normAutofit/>
          </a:bodyPr>
          <a:lstStyle>
            <a:lvl1pPr indent="-312039" lvl="0" marL="457200" algn="l">
              <a:spcBef>
                <a:spcPts val="600"/>
              </a:spcBef>
              <a:spcAft>
                <a:spcPts val="0"/>
              </a:spcAft>
              <a:buSzPts val="1314"/>
              <a:buChar char="⦿"/>
              <a:defRPr/>
            </a:lvl1pPr>
            <a:lvl2pPr indent="-320040" lvl="1" marL="914400" algn="l">
              <a:spcBef>
                <a:spcPts val="500"/>
              </a:spcBef>
              <a:spcAft>
                <a:spcPts val="0"/>
              </a:spcAft>
              <a:buSzPts val="1440"/>
              <a:buChar char="◼"/>
              <a:defRPr/>
            </a:lvl2pPr>
            <a:lvl3pPr indent="-297180" lvl="2" marL="1371600" algn="l">
              <a:spcBef>
                <a:spcPts val="400"/>
              </a:spcBef>
              <a:spcAft>
                <a:spcPts val="0"/>
              </a:spcAft>
              <a:buSzPts val="1080"/>
              <a:buChar char="🞆"/>
              <a:defRPr/>
            </a:lvl3pPr>
            <a:lvl4pPr indent="-320039" lvl="3" marL="1828800" algn="l">
              <a:spcBef>
                <a:spcPts val="360"/>
              </a:spcBef>
              <a:spcAft>
                <a:spcPts val="0"/>
              </a:spcAft>
              <a:buSzPts val="1440"/>
              <a:buChar char="⚫"/>
              <a:defRPr/>
            </a:lvl4pPr>
            <a:lvl5pPr indent="-308610" lvl="4" marL="2286000" algn="l">
              <a:spcBef>
                <a:spcPts val="400"/>
              </a:spcBef>
              <a:spcAft>
                <a:spcPts val="0"/>
              </a:spcAft>
              <a:buSzPts val="1260"/>
              <a:buChar char="◉"/>
              <a:defRPr/>
            </a:lvl5pPr>
            <a:lvl6pPr indent="-320039" lvl="5" marL="2743200" algn="l">
              <a:spcBef>
                <a:spcPts val="40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6" name="Google Shape;86;p12"/>
          <p:cNvSpPr txBox="1"/>
          <p:nvPr>
            <p:ph idx="10" type="dt"/>
          </p:nvPr>
        </p:nvSpPr>
        <p:spPr>
          <a:xfrm>
            <a:off x="4242816" y="6557946"/>
            <a:ext cx="2002464" cy="226902"/>
          </a:xfrm>
          <a:prstGeom prst="rect">
            <a:avLst/>
          </a:prstGeom>
          <a:noFill/>
          <a:ln>
            <a:noFill/>
          </a:ln>
        </p:spPr>
        <p:txBody>
          <a:bodyPr anchorCtr="0" anchor="b" bIns="0" lIns="91425" spcFirstLastPara="1" rIns="91425"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2"/>
          <p:cNvSpPr txBox="1"/>
          <p:nvPr>
            <p:ph idx="11" type="ftr"/>
          </p:nvPr>
        </p:nvSpPr>
        <p:spPr>
          <a:xfrm>
            <a:off x="457200" y="6556248"/>
            <a:ext cx="3657600" cy="228600"/>
          </a:xfrm>
          <a:prstGeom prst="rect">
            <a:avLst/>
          </a:prstGeom>
          <a:noFill/>
          <a:ln>
            <a:noFill/>
          </a:ln>
        </p:spPr>
        <p:txBody>
          <a:bodyPr anchorCtr="0" anchor="b" bIns="0" lIns="91425" spcFirstLastPara="1" rIns="91425"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
          <p:cNvSpPr txBox="1"/>
          <p:nvPr>
            <p:ph idx="12" type="sldNum"/>
          </p:nvPr>
        </p:nvSpPr>
        <p:spPr>
          <a:xfrm>
            <a:off x="6254496" y="6553200"/>
            <a:ext cx="588336" cy="228600"/>
          </a:xfrm>
          <a:prstGeom prst="rect">
            <a:avLst/>
          </a:prstGeom>
          <a:noFill/>
          <a:ln>
            <a:noFill/>
          </a:ln>
        </p:spPr>
        <p:txBody>
          <a:bodyPr anchorCtr="0" anchor="b" bIns="0" lIns="0" spcFirstLastPara="1" rIns="0" wrap="square" tIns="0">
            <a:noAutofit/>
          </a:bodyPr>
          <a:lstStyle>
            <a:lvl1pPr indent="0" lvl="0" marL="0" algn="r">
              <a:spcBef>
                <a:spcPts val="0"/>
              </a:spcBef>
              <a:buNone/>
              <a:defRPr sz="1100">
                <a:solidFill>
                  <a:schemeClr val="dk2"/>
                </a:solidFill>
                <a:latin typeface="Trebuchet MS"/>
                <a:ea typeface="Trebuchet MS"/>
                <a:cs typeface="Trebuchet MS"/>
                <a:sym typeface="Trebuchet MS"/>
              </a:defRPr>
            </a:lvl1pPr>
            <a:lvl2pPr indent="0" lvl="1" marL="0" algn="r">
              <a:spcBef>
                <a:spcPts val="0"/>
              </a:spcBef>
              <a:buNone/>
              <a:defRPr sz="1100">
                <a:solidFill>
                  <a:schemeClr val="dk2"/>
                </a:solidFill>
                <a:latin typeface="Trebuchet MS"/>
                <a:ea typeface="Trebuchet MS"/>
                <a:cs typeface="Trebuchet MS"/>
                <a:sym typeface="Trebuchet MS"/>
              </a:defRPr>
            </a:lvl2pPr>
            <a:lvl3pPr indent="0" lvl="2" marL="0" algn="r">
              <a:spcBef>
                <a:spcPts val="0"/>
              </a:spcBef>
              <a:buNone/>
              <a:defRPr sz="1100">
                <a:solidFill>
                  <a:schemeClr val="dk2"/>
                </a:solidFill>
                <a:latin typeface="Trebuchet MS"/>
                <a:ea typeface="Trebuchet MS"/>
                <a:cs typeface="Trebuchet MS"/>
                <a:sym typeface="Trebuchet MS"/>
              </a:defRPr>
            </a:lvl3pPr>
            <a:lvl4pPr indent="0" lvl="3" marL="0" algn="r">
              <a:spcBef>
                <a:spcPts val="0"/>
              </a:spcBef>
              <a:buNone/>
              <a:defRPr sz="1100">
                <a:solidFill>
                  <a:schemeClr val="dk2"/>
                </a:solidFill>
                <a:latin typeface="Trebuchet MS"/>
                <a:ea typeface="Trebuchet MS"/>
                <a:cs typeface="Trebuchet MS"/>
                <a:sym typeface="Trebuchet MS"/>
              </a:defRPr>
            </a:lvl4pPr>
            <a:lvl5pPr indent="0" lvl="4" marL="0" algn="r">
              <a:spcBef>
                <a:spcPts val="0"/>
              </a:spcBef>
              <a:buNone/>
              <a:defRPr sz="1100">
                <a:solidFill>
                  <a:schemeClr val="dk2"/>
                </a:solidFill>
                <a:latin typeface="Trebuchet MS"/>
                <a:ea typeface="Trebuchet MS"/>
                <a:cs typeface="Trebuchet MS"/>
                <a:sym typeface="Trebuchet MS"/>
              </a:defRPr>
            </a:lvl5pPr>
            <a:lvl6pPr indent="0" lvl="5" marL="0" algn="r">
              <a:spcBef>
                <a:spcPts val="0"/>
              </a:spcBef>
              <a:buNone/>
              <a:defRPr sz="1100">
                <a:solidFill>
                  <a:schemeClr val="dk2"/>
                </a:solidFill>
                <a:latin typeface="Trebuchet MS"/>
                <a:ea typeface="Trebuchet MS"/>
                <a:cs typeface="Trebuchet MS"/>
                <a:sym typeface="Trebuchet MS"/>
              </a:defRPr>
            </a:lvl6pPr>
            <a:lvl7pPr indent="0" lvl="6" marL="0" algn="r">
              <a:spcBef>
                <a:spcPts val="0"/>
              </a:spcBef>
              <a:buNone/>
              <a:defRPr sz="1100">
                <a:solidFill>
                  <a:schemeClr val="dk2"/>
                </a:solidFill>
                <a:latin typeface="Trebuchet MS"/>
                <a:ea typeface="Trebuchet MS"/>
                <a:cs typeface="Trebuchet MS"/>
                <a:sym typeface="Trebuchet MS"/>
              </a:defRPr>
            </a:lvl7pPr>
            <a:lvl8pPr indent="0" lvl="7" marL="0" algn="r">
              <a:spcBef>
                <a:spcPts val="0"/>
              </a:spcBef>
              <a:buNone/>
              <a:defRPr sz="1100">
                <a:solidFill>
                  <a:schemeClr val="dk2"/>
                </a:solidFill>
                <a:latin typeface="Trebuchet MS"/>
                <a:ea typeface="Trebuchet MS"/>
                <a:cs typeface="Trebuchet MS"/>
                <a:sym typeface="Trebuchet MS"/>
              </a:defRPr>
            </a:lvl8pPr>
            <a:lvl9pPr indent="0" lvl="8" marL="0" algn="r">
              <a:spcBef>
                <a:spcPts val="0"/>
              </a:spcBef>
              <a:buNone/>
              <a:defRPr sz="1100">
                <a:solidFill>
                  <a:schemeClr val="dk2"/>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50000" ty="0" sy="50000"/>
        </a:blipFill>
      </p:bgPr>
    </p:bg>
    <p:spTree>
      <p:nvGrpSpPr>
        <p:cNvPr id="9" name="Shape 9"/>
        <p:cNvGrpSpPr/>
        <p:nvPr/>
      </p:nvGrpSpPr>
      <p:grpSpPr>
        <a:xfrm>
          <a:off x="0" y="0"/>
          <a:ext cx="0" cy="0"/>
          <a:chOff x="0" y="0"/>
          <a:chExt cx="0" cy="0"/>
        </a:xfrm>
      </p:grpSpPr>
      <p:sp>
        <p:nvSpPr>
          <p:cNvPr id="10" name="Google Shape;10;p1"/>
          <p:cNvSpPr/>
          <p:nvPr/>
        </p:nvSpPr>
        <p:spPr>
          <a:xfrm flipH="1">
            <a:off x="8153400" y="0"/>
            <a:ext cx="990600" cy="6858000"/>
          </a:xfrm>
          <a:prstGeom prst="rect">
            <a:avLst/>
          </a:prstGeom>
          <a:blipFill rotWithShape="1">
            <a:blip r:embed="rId2">
              <a:alphaModFix amt="43000"/>
            </a:blip>
            <a:tile algn="tl" flip="none" tx="0" sx="50000" ty="0" sy="5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11" name="Google Shape;11;p1"/>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lvl1pPr lvl="0" marR="0" rtl="0" algn="l">
              <a:spcBef>
                <a:spcPts val="0"/>
              </a:spcBef>
              <a:spcAft>
                <a:spcPts val="0"/>
              </a:spcAft>
              <a:buClr>
                <a:srgbClr val="F9F4F6"/>
              </a:buClr>
              <a:buSzPts val="3800"/>
              <a:buFont typeface="Trebuchet MS"/>
              <a:buNone/>
              <a:defRPr b="1" i="0" sz="3800" u="none" cap="none" strike="noStrike">
                <a:solidFill>
                  <a:srgbClr val="F9F4F6"/>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457200" y="1609416"/>
            <a:ext cx="7239000" cy="4846320"/>
          </a:xfrm>
          <a:prstGeom prst="rect">
            <a:avLst/>
          </a:prstGeom>
          <a:noFill/>
          <a:ln>
            <a:noFill/>
          </a:ln>
        </p:spPr>
        <p:txBody>
          <a:bodyPr anchorCtr="0" anchor="t" bIns="45700" lIns="91425" spcFirstLastPara="1" rIns="91425" wrap="square" tIns="45700">
            <a:normAutofit/>
          </a:bodyPr>
          <a:lstStyle>
            <a:lvl1pPr indent="-349123" lvl="0" marL="457200" marR="0" rtl="0" algn="l">
              <a:spcBef>
                <a:spcPts val="600"/>
              </a:spcBef>
              <a:spcAft>
                <a:spcPts val="0"/>
              </a:spcAft>
              <a:buClr>
                <a:schemeClr val="dk2"/>
              </a:buClr>
              <a:buSzPts val="1898"/>
              <a:buFont typeface="Noto Sans Symbols"/>
              <a:buChar char="⦿"/>
              <a:defRPr b="0" i="0" sz="2600" u="none" cap="none" strike="noStrike">
                <a:solidFill>
                  <a:schemeClr val="dk1"/>
                </a:solidFill>
                <a:latin typeface="Trebuchet MS"/>
                <a:ea typeface="Trebuchet MS"/>
                <a:cs typeface="Trebuchet MS"/>
                <a:sym typeface="Trebuchet MS"/>
              </a:defRPr>
            </a:lvl1pPr>
            <a:lvl2pPr indent="-345440" lvl="1" marL="914400" marR="0" rtl="0" algn="l">
              <a:spcBef>
                <a:spcPts val="500"/>
              </a:spcBef>
              <a:spcAft>
                <a:spcPts val="0"/>
              </a:spcAft>
              <a:buClr>
                <a:schemeClr val="accent4"/>
              </a:buClr>
              <a:buSzPts val="1840"/>
              <a:buFont typeface="Noto Sans Symbols"/>
              <a:buChar char="◼"/>
              <a:defRPr b="0" i="0" sz="2300" u="none" cap="none" strike="noStrike">
                <a:solidFill>
                  <a:srgbClr val="6C6C6C"/>
                </a:solidFill>
                <a:latin typeface="Trebuchet MS"/>
                <a:ea typeface="Trebuchet MS"/>
                <a:cs typeface="Trebuchet MS"/>
                <a:sym typeface="Trebuchet MS"/>
              </a:defRPr>
            </a:lvl2pPr>
            <a:lvl3pPr indent="-304800" lvl="2" marL="1371600" marR="0" rtl="0" algn="l">
              <a:spcBef>
                <a:spcPts val="400"/>
              </a:spcBef>
              <a:spcAft>
                <a:spcPts val="0"/>
              </a:spcAft>
              <a:buClr>
                <a:schemeClr val="accent4"/>
              </a:buClr>
              <a:buSzPts val="1200"/>
              <a:buFont typeface="Noto Sans Symbols"/>
              <a:buChar char="🞆"/>
              <a:defRPr b="0" i="0" sz="2000" u="none" cap="none" strike="noStrike">
                <a:solidFill>
                  <a:schemeClr val="dk1"/>
                </a:solidFill>
                <a:latin typeface="Trebuchet MS"/>
                <a:ea typeface="Trebuchet MS"/>
                <a:cs typeface="Trebuchet MS"/>
                <a:sym typeface="Trebuchet MS"/>
              </a:defRPr>
            </a:lvl3pPr>
            <a:lvl4pPr indent="-330200" lvl="3" marL="1828800" marR="0" rtl="0" algn="l">
              <a:spcBef>
                <a:spcPts val="400"/>
              </a:spcBef>
              <a:spcAft>
                <a:spcPts val="0"/>
              </a:spcAft>
              <a:buClr>
                <a:schemeClr val="accent4"/>
              </a:buClr>
              <a:buSzPts val="1600"/>
              <a:buFont typeface="Noto Sans Symbols"/>
              <a:buChar char="⚫"/>
              <a:defRPr b="0" i="0" sz="2000" u="none" cap="none" strike="noStrike">
                <a:solidFill>
                  <a:srgbClr val="6C6C6C"/>
                </a:solidFill>
                <a:latin typeface="Trebuchet MS"/>
                <a:ea typeface="Trebuchet MS"/>
                <a:cs typeface="Trebuchet MS"/>
                <a:sym typeface="Trebuchet MS"/>
              </a:defRPr>
            </a:lvl4pPr>
            <a:lvl5pPr indent="-308610" lvl="4" marL="2286000" marR="0" rtl="0" algn="l">
              <a:spcBef>
                <a:spcPts val="400"/>
              </a:spcBef>
              <a:spcAft>
                <a:spcPts val="0"/>
              </a:spcAft>
              <a:buClr>
                <a:schemeClr val="accent4"/>
              </a:buClr>
              <a:buSzPts val="1260"/>
              <a:buFont typeface="Noto Sans Symbols"/>
              <a:buChar char="◉"/>
              <a:defRPr b="0" i="0" sz="1800" u="none" cap="none" strike="noStrike">
                <a:solidFill>
                  <a:schemeClr val="dk1"/>
                </a:solidFill>
                <a:latin typeface="Trebuchet MS"/>
                <a:ea typeface="Trebuchet MS"/>
                <a:cs typeface="Trebuchet MS"/>
                <a:sym typeface="Trebuchet MS"/>
              </a:defRPr>
            </a:lvl5pPr>
            <a:lvl6pPr indent="-320039" lvl="5" marL="2743200" marR="0" rtl="0" algn="l">
              <a:spcBef>
                <a:spcPts val="400"/>
              </a:spcBef>
              <a:spcAft>
                <a:spcPts val="0"/>
              </a:spcAft>
              <a:buClr>
                <a:schemeClr val="accent4"/>
              </a:buClr>
              <a:buSzPts val="1440"/>
              <a:buFont typeface="Noto Sans Symbols"/>
              <a:buChar char="⚫"/>
              <a:defRPr b="0" i="0" sz="1800" u="none" cap="none" strike="noStrike">
                <a:solidFill>
                  <a:srgbClr val="6C6C6C"/>
                </a:solidFill>
                <a:latin typeface="Trebuchet MS"/>
                <a:ea typeface="Trebuchet MS"/>
                <a:cs typeface="Trebuchet MS"/>
                <a:sym typeface="Trebuchet MS"/>
              </a:defRPr>
            </a:lvl6pPr>
            <a:lvl7pPr indent="-309879" lvl="6" marL="3200400" marR="0" rtl="0" algn="l">
              <a:spcBef>
                <a:spcPts val="320"/>
              </a:spcBef>
              <a:spcAft>
                <a:spcPts val="0"/>
              </a:spcAft>
              <a:buClr>
                <a:schemeClr val="accent4"/>
              </a:buClr>
              <a:buSzPts val="1280"/>
              <a:buFont typeface="Noto Sans Symbols"/>
              <a:buChar char="◼"/>
              <a:defRPr b="0" i="0" sz="1600" u="none" cap="none" strike="noStrike">
                <a:solidFill>
                  <a:schemeClr val="dk1"/>
                </a:solidFill>
                <a:latin typeface="Trebuchet MS"/>
                <a:ea typeface="Trebuchet MS"/>
                <a:cs typeface="Trebuchet MS"/>
                <a:sym typeface="Trebuchet MS"/>
              </a:defRPr>
            </a:lvl7pPr>
            <a:lvl8pPr indent="-330200" lvl="7" marL="3657600" marR="0" rtl="0" algn="l">
              <a:spcBef>
                <a:spcPts val="300"/>
              </a:spcBef>
              <a:spcAft>
                <a:spcPts val="0"/>
              </a:spcAft>
              <a:buClr>
                <a:schemeClr val="accent4"/>
              </a:buClr>
              <a:buSzPts val="1600"/>
              <a:buFont typeface="Trebuchet MS"/>
              <a:buChar char="•"/>
              <a:defRPr b="0" i="0" sz="1600" u="none" cap="none" strike="noStrike">
                <a:solidFill>
                  <a:srgbClr val="6C6C6C"/>
                </a:solidFill>
                <a:latin typeface="Trebuchet MS"/>
                <a:ea typeface="Trebuchet MS"/>
                <a:cs typeface="Trebuchet MS"/>
                <a:sym typeface="Trebuchet MS"/>
              </a:defRPr>
            </a:lvl8pPr>
            <a:lvl9pPr indent="-317500" lvl="8" marL="4114800" marR="0" rtl="0" algn="l">
              <a:spcBef>
                <a:spcPts val="280"/>
              </a:spcBef>
              <a:spcAft>
                <a:spcPts val="0"/>
              </a:spcAft>
              <a:buClr>
                <a:schemeClr val="accent4"/>
              </a:buClr>
              <a:buSzPts val="1400"/>
              <a:buFont typeface="Noto Sans Symbols"/>
              <a:buChar char="▪"/>
              <a:defRPr b="0" i="0" sz="1400" u="none" cap="none" strike="noStrike">
                <a:solidFill>
                  <a:schemeClr val="dk1"/>
                </a:solidFill>
                <a:latin typeface="Trebuchet MS"/>
                <a:ea typeface="Trebuchet MS"/>
                <a:cs typeface="Trebuchet MS"/>
                <a:sym typeface="Trebuchet MS"/>
              </a:defRPr>
            </a:lvl9pPr>
          </a:lstStyle>
          <a:p/>
        </p:txBody>
      </p:sp>
      <p:sp>
        <p:nvSpPr>
          <p:cNvPr id="13" name="Google Shape;13;p1"/>
          <p:cNvSpPr txBox="1"/>
          <p:nvPr>
            <p:ph idx="10" type="dt"/>
          </p:nvPr>
        </p:nvSpPr>
        <p:spPr>
          <a:xfrm>
            <a:off x="4245936" y="6557946"/>
            <a:ext cx="2002464" cy="226902"/>
          </a:xfrm>
          <a:prstGeom prst="rect">
            <a:avLst/>
          </a:prstGeom>
          <a:noFill/>
          <a:ln>
            <a:noFill/>
          </a:ln>
        </p:spPr>
        <p:txBody>
          <a:bodyPr anchorCtr="0" anchor="b" bIns="0" lIns="91425" spcFirstLastPara="1" rIns="91425" wrap="square" tIns="0">
            <a:noAutofit/>
          </a:bodyPr>
          <a:lstStyle>
            <a:lvl1pPr lvl="0" marR="0" rtl="0" algn="l">
              <a:spcBef>
                <a:spcPts val="0"/>
              </a:spcBef>
              <a:spcAft>
                <a:spcPts val="0"/>
              </a:spcAft>
              <a:buSzPts val="1400"/>
              <a:buNone/>
              <a:defRPr b="0" i="0" sz="1000" u="none" cap="none" strike="noStrike">
                <a:solidFill>
                  <a:schemeClr val="dk2"/>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14" name="Google Shape;14;p1"/>
          <p:cNvSpPr txBox="1"/>
          <p:nvPr>
            <p:ph idx="11" type="ftr"/>
          </p:nvPr>
        </p:nvSpPr>
        <p:spPr>
          <a:xfrm>
            <a:off x="457200" y="6557946"/>
            <a:ext cx="3657600" cy="228600"/>
          </a:xfrm>
          <a:prstGeom prst="rect">
            <a:avLst/>
          </a:prstGeom>
          <a:noFill/>
          <a:ln>
            <a:noFill/>
          </a:ln>
        </p:spPr>
        <p:txBody>
          <a:bodyPr anchorCtr="0" anchor="b" bIns="0" lIns="91425" spcFirstLastPara="1" rIns="91425" wrap="square" tIns="0">
            <a:noAutofit/>
          </a:bodyPr>
          <a:lstStyle>
            <a:lvl1pPr lvl="0" marR="0" rtl="0" algn="r">
              <a:spcBef>
                <a:spcPts val="0"/>
              </a:spcBef>
              <a:spcAft>
                <a:spcPts val="0"/>
              </a:spcAft>
              <a:buSzPts val="1400"/>
              <a:buNone/>
              <a:defRPr b="0" i="0" sz="1000" u="none" cap="none" strike="noStrike">
                <a:solidFill>
                  <a:schemeClr val="dk2"/>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15" name="Google Shape;15;p1"/>
          <p:cNvSpPr txBox="1"/>
          <p:nvPr>
            <p:ph idx="12" type="sldNum"/>
          </p:nvPr>
        </p:nvSpPr>
        <p:spPr>
          <a:xfrm>
            <a:off x="6251448" y="6556248"/>
            <a:ext cx="588336" cy="228600"/>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100" u="none" cap="none" strike="noStrike">
                <a:solidFill>
                  <a:schemeClr val="dk2"/>
                </a:solidFill>
                <a:latin typeface="Trebuchet MS"/>
                <a:ea typeface="Trebuchet MS"/>
                <a:cs typeface="Trebuchet MS"/>
                <a:sym typeface="Trebuchet MS"/>
              </a:defRPr>
            </a:lvl1pPr>
            <a:lvl2pPr indent="0" lvl="1" marL="0" marR="0" rtl="0" algn="r">
              <a:spcBef>
                <a:spcPts val="0"/>
              </a:spcBef>
              <a:buNone/>
              <a:defRPr b="0" i="0" sz="1100" u="none" cap="none" strike="noStrike">
                <a:solidFill>
                  <a:schemeClr val="dk2"/>
                </a:solidFill>
                <a:latin typeface="Trebuchet MS"/>
                <a:ea typeface="Trebuchet MS"/>
                <a:cs typeface="Trebuchet MS"/>
                <a:sym typeface="Trebuchet MS"/>
              </a:defRPr>
            </a:lvl2pPr>
            <a:lvl3pPr indent="0" lvl="2" marL="0" marR="0" rtl="0" algn="r">
              <a:spcBef>
                <a:spcPts val="0"/>
              </a:spcBef>
              <a:buNone/>
              <a:defRPr b="0" i="0" sz="1100" u="none" cap="none" strike="noStrike">
                <a:solidFill>
                  <a:schemeClr val="dk2"/>
                </a:solidFill>
                <a:latin typeface="Trebuchet MS"/>
                <a:ea typeface="Trebuchet MS"/>
                <a:cs typeface="Trebuchet MS"/>
                <a:sym typeface="Trebuchet MS"/>
              </a:defRPr>
            </a:lvl3pPr>
            <a:lvl4pPr indent="0" lvl="3" marL="0" marR="0" rtl="0" algn="r">
              <a:spcBef>
                <a:spcPts val="0"/>
              </a:spcBef>
              <a:buNone/>
              <a:defRPr b="0" i="0" sz="1100" u="none" cap="none" strike="noStrike">
                <a:solidFill>
                  <a:schemeClr val="dk2"/>
                </a:solidFill>
                <a:latin typeface="Trebuchet MS"/>
                <a:ea typeface="Trebuchet MS"/>
                <a:cs typeface="Trebuchet MS"/>
                <a:sym typeface="Trebuchet MS"/>
              </a:defRPr>
            </a:lvl4pPr>
            <a:lvl5pPr indent="0" lvl="4" marL="0" marR="0" rtl="0" algn="r">
              <a:spcBef>
                <a:spcPts val="0"/>
              </a:spcBef>
              <a:buNone/>
              <a:defRPr b="0" i="0" sz="1100" u="none" cap="none" strike="noStrike">
                <a:solidFill>
                  <a:schemeClr val="dk2"/>
                </a:solidFill>
                <a:latin typeface="Trebuchet MS"/>
                <a:ea typeface="Trebuchet MS"/>
                <a:cs typeface="Trebuchet MS"/>
                <a:sym typeface="Trebuchet MS"/>
              </a:defRPr>
            </a:lvl5pPr>
            <a:lvl6pPr indent="0" lvl="5" marL="0" marR="0" rtl="0" algn="r">
              <a:spcBef>
                <a:spcPts val="0"/>
              </a:spcBef>
              <a:buNone/>
              <a:defRPr b="0" i="0" sz="1100" u="none" cap="none" strike="noStrike">
                <a:solidFill>
                  <a:schemeClr val="dk2"/>
                </a:solidFill>
                <a:latin typeface="Trebuchet MS"/>
                <a:ea typeface="Trebuchet MS"/>
                <a:cs typeface="Trebuchet MS"/>
                <a:sym typeface="Trebuchet MS"/>
              </a:defRPr>
            </a:lvl6pPr>
            <a:lvl7pPr indent="0" lvl="6" marL="0" marR="0" rtl="0" algn="r">
              <a:spcBef>
                <a:spcPts val="0"/>
              </a:spcBef>
              <a:buNone/>
              <a:defRPr b="0" i="0" sz="1100" u="none" cap="none" strike="noStrike">
                <a:solidFill>
                  <a:schemeClr val="dk2"/>
                </a:solidFill>
                <a:latin typeface="Trebuchet MS"/>
                <a:ea typeface="Trebuchet MS"/>
                <a:cs typeface="Trebuchet MS"/>
                <a:sym typeface="Trebuchet MS"/>
              </a:defRPr>
            </a:lvl7pPr>
            <a:lvl8pPr indent="0" lvl="7" marL="0" marR="0" rtl="0" algn="r">
              <a:spcBef>
                <a:spcPts val="0"/>
              </a:spcBef>
              <a:buNone/>
              <a:defRPr b="0" i="0" sz="1100" u="none" cap="none" strike="noStrike">
                <a:solidFill>
                  <a:schemeClr val="dk2"/>
                </a:solidFill>
                <a:latin typeface="Trebuchet MS"/>
                <a:ea typeface="Trebuchet MS"/>
                <a:cs typeface="Trebuchet MS"/>
                <a:sym typeface="Trebuchet MS"/>
              </a:defRPr>
            </a:lvl8pPr>
            <a:lvl9pPr indent="0" lvl="8" marL="0" marR="0" rtl="0" algn="r">
              <a:spcBef>
                <a:spcPts val="0"/>
              </a:spcBef>
              <a:buNone/>
              <a:defRPr b="0" i="0" sz="1100" u="none" cap="none" strike="noStrike">
                <a:solidFill>
                  <a:schemeClr val="dk2"/>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6.jpg"/><Relationship Id="rId7"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3"/>
          <p:cNvSpPr txBox="1"/>
          <p:nvPr>
            <p:ph type="ctrTitle"/>
          </p:nvPr>
        </p:nvSpPr>
        <p:spPr>
          <a:xfrm>
            <a:off x="762000" y="1905000"/>
            <a:ext cx="7696200" cy="1143000"/>
          </a:xfrm>
          <a:prstGeom prst="rect">
            <a:avLst/>
          </a:prstGeom>
          <a:noFill/>
          <a:ln>
            <a:noFill/>
          </a:ln>
        </p:spPr>
        <p:txBody>
          <a:bodyPr anchorCtr="0" anchor="b" bIns="0" lIns="45700" spcFirstLastPara="1" rIns="45700" wrap="square" tIns="0">
            <a:noAutofit/>
          </a:bodyPr>
          <a:lstStyle/>
          <a:p>
            <a:pPr indent="0" lvl="0" marL="0" rtl="0" algn="r">
              <a:spcBef>
                <a:spcPts val="0"/>
              </a:spcBef>
              <a:spcAft>
                <a:spcPts val="0"/>
              </a:spcAft>
              <a:buClr>
                <a:srgbClr val="F9F4F6"/>
              </a:buClr>
              <a:buSzPts val="4200"/>
              <a:buFont typeface="Trebuchet MS"/>
              <a:buNone/>
            </a:pPr>
            <a:r>
              <a:rPr lang="en-US"/>
              <a:t>SIKAP DALAM LAYANAN PRIMA</a:t>
            </a:r>
            <a:endParaRPr/>
          </a:p>
        </p:txBody>
      </p:sp>
      <p:sp>
        <p:nvSpPr>
          <p:cNvPr id="94" name="Google Shape;94;p13"/>
          <p:cNvSpPr txBox="1"/>
          <p:nvPr>
            <p:ph idx="1" type="subTitle"/>
          </p:nvPr>
        </p:nvSpPr>
        <p:spPr>
          <a:xfrm>
            <a:off x="3354442" y="3539864"/>
            <a:ext cx="5114778" cy="1101248"/>
          </a:xfrm>
          <a:prstGeom prst="rect">
            <a:avLst/>
          </a:prstGeom>
          <a:noFill/>
          <a:ln>
            <a:noFill/>
          </a:ln>
        </p:spPr>
        <p:txBody>
          <a:bodyPr anchorCtr="0" anchor="t" bIns="0" lIns="45700" spcFirstLastPara="1" rIns="45700" wrap="square" tIns="0">
            <a:normAutofit/>
          </a:bodyPr>
          <a:lstStyle/>
          <a:p>
            <a:pPr indent="0" lvl="0" marL="0" rtl="0" algn="r">
              <a:spcBef>
                <a:spcPts val="0"/>
              </a:spcBef>
              <a:spcAft>
                <a:spcPts val="0"/>
              </a:spcAft>
              <a:buSzPts val="1606"/>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8" name="Shape 98"/>
        <p:cNvGrpSpPr/>
        <p:nvPr/>
      </p:nvGrpSpPr>
      <p:grpSpPr>
        <a:xfrm>
          <a:off x="0" y="0"/>
          <a:ext cx="0" cy="0"/>
          <a:chOff x="0" y="0"/>
          <a:chExt cx="0" cy="0"/>
        </a:xfrm>
      </p:grpSpPr>
      <p:sp>
        <p:nvSpPr>
          <p:cNvPr id="99" name="Google Shape;99;p14"/>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p>
            <a:pPr indent="0" lvl="0" marL="0" rtl="0" algn="l">
              <a:spcBef>
                <a:spcPts val="0"/>
              </a:spcBef>
              <a:spcAft>
                <a:spcPts val="0"/>
              </a:spcAft>
              <a:buClr>
                <a:srgbClr val="F9F4F6"/>
              </a:buClr>
              <a:buSzPts val="3800"/>
              <a:buFont typeface="Trebuchet MS"/>
              <a:buNone/>
            </a:pPr>
            <a:r>
              <a:rPr lang="en-US"/>
              <a:t>KONSEP SIKAP</a:t>
            </a:r>
            <a:endParaRPr/>
          </a:p>
        </p:txBody>
      </p:sp>
      <p:sp>
        <p:nvSpPr>
          <p:cNvPr id="100" name="Google Shape;100;p14"/>
          <p:cNvSpPr txBox="1"/>
          <p:nvPr>
            <p:ph idx="1" type="body"/>
          </p:nvPr>
        </p:nvSpPr>
        <p:spPr>
          <a:xfrm>
            <a:off x="457200" y="1609416"/>
            <a:ext cx="8077200" cy="4846320"/>
          </a:xfrm>
          <a:prstGeom prst="rect">
            <a:avLst/>
          </a:prstGeom>
          <a:solidFill>
            <a:srgbClr val="FBEF59"/>
          </a:solid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628"/>
              <a:buChar char="⦿"/>
            </a:pPr>
            <a:r>
              <a:rPr lang="en-US" sz="3600"/>
              <a:t>Sikap adalah  kumpulan prasaan, kayakinan, dan kecenderungan perilaku yang secara relatif berlangsung lama yg ditujukan kepada orang,ide, objek dan kelompok orang tertentu.</a:t>
            </a:r>
            <a:endParaRPr/>
          </a:p>
          <a:p>
            <a:pPr indent="-274320" lvl="0" marL="274320" rtl="0" algn="l">
              <a:spcBef>
                <a:spcPts val="600"/>
              </a:spcBef>
              <a:spcAft>
                <a:spcPts val="0"/>
              </a:spcAft>
              <a:buSzPts val="1898"/>
              <a:buNone/>
            </a:pPr>
            <a:r>
              <a:t/>
            </a:r>
            <a:endParaRPr/>
          </a:p>
          <a:p>
            <a:pPr indent="-274320" lvl="0" marL="274320" rtl="0" algn="l">
              <a:spcBef>
                <a:spcPts val="600"/>
              </a:spcBef>
              <a:spcAft>
                <a:spcPts val="0"/>
              </a:spcAft>
              <a:buSzPts val="1898"/>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5"/>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p>
            <a:pPr indent="0" lvl="0" marL="0" rtl="0" algn="l">
              <a:spcBef>
                <a:spcPts val="0"/>
              </a:spcBef>
              <a:spcAft>
                <a:spcPts val="0"/>
              </a:spcAft>
              <a:buClr>
                <a:srgbClr val="F9F4F6"/>
              </a:buClr>
              <a:buSzPts val="4000"/>
              <a:buFont typeface="Trebuchet MS"/>
              <a:buNone/>
            </a:pPr>
            <a:r>
              <a:rPr lang="en-US" sz="4000"/>
              <a:t>SIKAP MELIPUTI TIGA ASPEK </a:t>
            </a:r>
            <a:endParaRPr/>
          </a:p>
        </p:txBody>
      </p:sp>
      <p:sp>
        <p:nvSpPr>
          <p:cNvPr id="106" name="Google Shape;106;p15"/>
          <p:cNvSpPr txBox="1"/>
          <p:nvPr>
            <p:ph idx="1" type="body"/>
          </p:nvPr>
        </p:nvSpPr>
        <p:spPr>
          <a:xfrm>
            <a:off x="457200" y="1609416"/>
            <a:ext cx="7239000" cy="4846320"/>
          </a:xfrm>
          <a:prstGeom prst="rect">
            <a:avLst/>
          </a:prstGeom>
          <a:solidFill>
            <a:srgbClr val="DFCE04"/>
          </a:solid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044"/>
              <a:buNone/>
            </a:pPr>
            <a:r>
              <a:t/>
            </a:r>
            <a:endParaRPr sz="2800"/>
          </a:p>
          <a:p>
            <a:pPr indent="-274320" lvl="0" marL="274320" rtl="0" algn="ctr">
              <a:spcBef>
                <a:spcPts val="600"/>
              </a:spcBef>
              <a:spcAft>
                <a:spcPts val="0"/>
              </a:spcAft>
              <a:buSzPts val="3212"/>
              <a:buChar char="⦿"/>
            </a:pPr>
            <a:r>
              <a:rPr lang="en-US" sz="4400">
                <a:latin typeface="Algerian"/>
                <a:ea typeface="Algerian"/>
                <a:cs typeface="Algerian"/>
                <a:sym typeface="Algerian"/>
              </a:rPr>
              <a:t>Keyakinan;</a:t>
            </a:r>
            <a:endParaRPr/>
          </a:p>
          <a:p>
            <a:pPr indent="-274320" lvl="0" marL="274320" rtl="0" algn="ctr">
              <a:spcBef>
                <a:spcPts val="600"/>
              </a:spcBef>
              <a:spcAft>
                <a:spcPts val="0"/>
              </a:spcAft>
              <a:buSzPts val="3212"/>
              <a:buChar char="⦿"/>
            </a:pPr>
            <a:r>
              <a:rPr lang="en-US" sz="4400">
                <a:latin typeface="Algerian"/>
                <a:ea typeface="Algerian"/>
                <a:cs typeface="Algerian"/>
                <a:sym typeface="Algerian"/>
              </a:rPr>
              <a:t>Perasaan, dan</a:t>
            </a:r>
            <a:endParaRPr sz="4400">
              <a:latin typeface="Algerian"/>
              <a:ea typeface="Algerian"/>
              <a:cs typeface="Algerian"/>
              <a:sym typeface="Algerian"/>
            </a:endParaRPr>
          </a:p>
          <a:p>
            <a:pPr indent="-274320" lvl="0" marL="274320" rtl="0" algn="ctr">
              <a:spcBef>
                <a:spcPts val="600"/>
              </a:spcBef>
              <a:spcAft>
                <a:spcPts val="0"/>
              </a:spcAft>
              <a:buSzPts val="3212"/>
              <a:buChar char="⦿"/>
            </a:pPr>
            <a:r>
              <a:rPr lang="en-US" sz="4400">
                <a:latin typeface="Algerian"/>
                <a:ea typeface="Algerian"/>
                <a:cs typeface="Algerian"/>
                <a:sym typeface="Algerian"/>
              </a:rPr>
              <a:t>Kecenderungan perilaku</a:t>
            </a:r>
            <a:endParaRPr sz="4400">
              <a:latin typeface="Algerian"/>
              <a:ea typeface="Algerian"/>
              <a:cs typeface="Algerian"/>
              <a:sym typeface="Algeri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p>
            <a:pPr indent="0" lvl="0" marL="0" rtl="0" algn="l">
              <a:spcBef>
                <a:spcPts val="0"/>
              </a:spcBef>
              <a:spcAft>
                <a:spcPts val="0"/>
              </a:spcAft>
              <a:buClr>
                <a:srgbClr val="F9F4F6"/>
              </a:buClr>
              <a:buSzPts val="3800"/>
              <a:buFont typeface="Trebuchet MS"/>
              <a:buNone/>
            </a:pPr>
            <a:r>
              <a:t/>
            </a:r>
            <a:endParaRPr/>
          </a:p>
        </p:txBody>
      </p:sp>
      <p:sp>
        <p:nvSpPr>
          <p:cNvPr id="113" name="Google Shape;113;p16"/>
          <p:cNvSpPr txBox="1"/>
          <p:nvPr>
            <p:ph idx="1" type="body"/>
          </p:nvPr>
        </p:nvSpPr>
        <p:spPr>
          <a:xfrm>
            <a:off x="457200" y="1609416"/>
            <a:ext cx="7620000" cy="4846320"/>
          </a:xfrm>
          <a:prstGeom prst="rect">
            <a:avLst/>
          </a:prstGeom>
          <a:solidFill>
            <a:srgbClr val="C8D2BC"/>
          </a:solidFill>
          <a:ln>
            <a:noFill/>
          </a:ln>
        </p:spPr>
        <p:txBody>
          <a:bodyPr anchorCtr="0" anchor="t" bIns="45700" lIns="91425" spcFirstLastPara="1" rIns="91425" wrap="square" tIns="45700">
            <a:normAutofit/>
          </a:bodyPr>
          <a:lstStyle/>
          <a:p>
            <a:pPr indent="-274320" lvl="0" marL="274320" rtl="0" algn="ctr">
              <a:spcBef>
                <a:spcPts val="0"/>
              </a:spcBef>
              <a:spcAft>
                <a:spcPts val="0"/>
              </a:spcAft>
              <a:buSzPts val="2920"/>
              <a:buChar char="⦿"/>
            </a:pPr>
            <a:r>
              <a:rPr lang="en-US" sz="4000"/>
              <a:t>Sikap mencerminkan perilaku atau gerak-gerik yg terlihat pada diri seseorang ketika ia menghadapi suatu situasi tertentu atau ketika berhadapan dengan orang lainnya;</a:t>
            </a:r>
            <a:endParaRPr/>
          </a:p>
          <a:p>
            <a:pPr indent="-274320" lvl="0" marL="274320" rtl="0" algn="ctr">
              <a:spcBef>
                <a:spcPts val="600"/>
              </a:spcBef>
              <a:spcAft>
                <a:spcPts val="0"/>
              </a:spcAft>
              <a:buSzPts val="2628"/>
              <a:buNone/>
            </a:pPr>
            <a:r>
              <a:t/>
            </a:r>
            <a:endParaRPr sz="3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p>
            <a:pPr indent="0" lvl="0" marL="0" rtl="0" algn="l">
              <a:spcBef>
                <a:spcPts val="0"/>
              </a:spcBef>
              <a:spcAft>
                <a:spcPts val="0"/>
              </a:spcAft>
              <a:buClr>
                <a:srgbClr val="F9F4F6"/>
              </a:buClr>
              <a:buSzPts val="3800"/>
              <a:buFont typeface="Trebuchet MS"/>
              <a:buNone/>
            </a:pPr>
            <a:r>
              <a:t/>
            </a:r>
            <a:endParaRPr/>
          </a:p>
        </p:txBody>
      </p:sp>
      <p:sp>
        <p:nvSpPr>
          <p:cNvPr id="119" name="Google Shape;119;p17"/>
          <p:cNvSpPr txBox="1"/>
          <p:nvPr>
            <p:ph idx="1" type="body"/>
          </p:nvPr>
        </p:nvSpPr>
        <p:spPr>
          <a:xfrm>
            <a:off x="457200" y="1609416"/>
            <a:ext cx="7391400" cy="4846320"/>
          </a:xfrm>
          <a:prstGeom prst="rect">
            <a:avLst/>
          </a:prstGeom>
          <a:solidFill>
            <a:srgbClr val="E2BCC9"/>
          </a:solidFill>
          <a:ln>
            <a:noFill/>
          </a:ln>
        </p:spPr>
        <p:txBody>
          <a:bodyPr anchorCtr="0" anchor="t" bIns="45700" lIns="91425" spcFirstLastPara="1" rIns="91425" wrap="square" tIns="45700">
            <a:normAutofit/>
          </a:bodyPr>
          <a:lstStyle/>
          <a:p>
            <a:pPr indent="-274320" lvl="0" marL="274320" rtl="0" algn="ctr">
              <a:spcBef>
                <a:spcPts val="0"/>
              </a:spcBef>
              <a:spcAft>
                <a:spcPts val="0"/>
              </a:spcAft>
              <a:buSzPts val="2628"/>
              <a:buChar char="⦿"/>
            </a:pPr>
            <a:r>
              <a:rPr lang="en-US" sz="3600"/>
              <a:t>Sikap berkaitan dg suatu kondisi yang ada di dalam diri seseorang maka sikap dapat pula diartikan sebagai alur pengekspresian perasaan (</a:t>
            </a:r>
            <a:r>
              <a:rPr i="1" lang="en-US" sz="3600"/>
              <a:t>mood</a:t>
            </a:r>
            <a:r>
              <a:rPr lang="en-US" sz="3600"/>
              <a:t>) dari seseorang kepada pihak lain</a:t>
            </a:r>
            <a:endParaRPr sz="3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p>
            <a:pPr indent="0" lvl="0" marL="0" rtl="0" algn="l">
              <a:spcBef>
                <a:spcPts val="0"/>
              </a:spcBef>
              <a:spcAft>
                <a:spcPts val="0"/>
              </a:spcAft>
              <a:buClr>
                <a:srgbClr val="F9F4F6"/>
              </a:buClr>
              <a:buSzPts val="3800"/>
              <a:buFont typeface="Trebuchet MS"/>
              <a:buNone/>
            </a:pPr>
            <a:r>
              <a:t/>
            </a:r>
            <a:endParaRPr/>
          </a:p>
        </p:txBody>
      </p:sp>
      <p:sp>
        <p:nvSpPr>
          <p:cNvPr id="125" name="Google Shape;125;p18"/>
          <p:cNvSpPr txBox="1"/>
          <p:nvPr>
            <p:ph idx="1" type="body"/>
          </p:nvPr>
        </p:nvSpPr>
        <p:spPr>
          <a:xfrm>
            <a:off x="457200" y="1609416"/>
            <a:ext cx="7467600" cy="4846320"/>
          </a:xfrm>
          <a:prstGeom prst="rect">
            <a:avLst/>
          </a:prstGeom>
          <a:noFill/>
          <a:ln>
            <a:noFill/>
          </a:ln>
        </p:spPr>
        <p:txBody>
          <a:bodyPr anchorCtr="0" anchor="t" bIns="45700" lIns="91425" spcFirstLastPara="1" rIns="91425" wrap="square" tIns="45700">
            <a:normAutofit/>
          </a:bodyPr>
          <a:lstStyle/>
          <a:p>
            <a:pPr indent="-274320" lvl="0" marL="274320" rtl="0" algn="ctr">
              <a:spcBef>
                <a:spcPts val="0"/>
              </a:spcBef>
              <a:spcAft>
                <a:spcPts val="0"/>
              </a:spcAft>
              <a:buSzPts val="2628"/>
              <a:buChar char="⦿"/>
            </a:pPr>
            <a:r>
              <a:rPr lang="en-US" sz="3600"/>
              <a:t>Jika sikap mental yg dimiliki seseorang positif maka kemungkinan besar ia akan berada pada posisi pemenang , sebaliknya jika sikap mental seseorang negatif maka kemungkinan besar ia akan berada pada posisi yg kalah</a:t>
            </a:r>
            <a:endParaRPr sz="3600"/>
          </a:p>
          <a:p>
            <a:pPr indent="-107442" lvl="0" marL="274320" rtl="0" algn="l">
              <a:spcBef>
                <a:spcPts val="600"/>
              </a:spcBef>
              <a:spcAft>
                <a:spcPts val="0"/>
              </a:spcAft>
              <a:buSzPts val="2628"/>
              <a:buNone/>
            </a:pPr>
            <a:r>
              <a:t/>
            </a:r>
            <a:endParaRPr sz="3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p>
            <a:pPr indent="0" lvl="0" marL="0" rtl="0" algn="l">
              <a:spcBef>
                <a:spcPts val="0"/>
              </a:spcBef>
              <a:spcAft>
                <a:spcPts val="0"/>
              </a:spcAft>
              <a:buClr>
                <a:srgbClr val="F9F4F6"/>
              </a:buClr>
              <a:buSzPts val="2800"/>
              <a:buFont typeface="Trebuchet MS"/>
              <a:buNone/>
            </a:pPr>
            <a:r>
              <a:rPr lang="en-US" sz="2800"/>
              <a:t>MEMBANGUN SIKAP ASSERTIF PELAYANAN</a:t>
            </a:r>
            <a:br>
              <a:rPr lang="en-US" sz="2800"/>
            </a:br>
            <a:endParaRPr sz="2800"/>
          </a:p>
        </p:txBody>
      </p:sp>
      <p:sp>
        <p:nvSpPr>
          <p:cNvPr id="131" name="Google Shape;131;p19"/>
          <p:cNvSpPr txBox="1"/>
          <p:nvPr>
            <p:ph idx="1" type="body"/>
          </p:nvPr>
        </p:nvSpPr>
        <p:spPr>
          <a:xfrm>
            <a:off x="457200" y="1609416"/>
            <a:ext cx="7239000" cy="4846320"/>
          </a:xfrm>
          <a:prstGeom prst="rect">
            <a:avLst/>
          </a:prstGeom>
          <a:solidFill>
            <a:srgbClr val="E2BCC9"/>
          </a:solid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628"/>
              <a:buChar char="⦿"/>
            </a:pPr>
            <a:r>
              <a:rPr lang="en-US" sz="3600"/>
              <a:t>Sikap asseritif dalam berkomunikasi dengan orang lain (pelanggan) sangat diperlukan, karena sikap assertif akan dicapai kesepahaman dalam mencapai tujuan inti pelayanan (pelayanan prima).</a:t>
            </a:r>
            <a:endParaRPr/>
          </a:p>
          <a:p>
            <a:pPr indent="-107442" lvl="0" marL="274320" rtl="0" algn="just">
              <a:spcBef>
                <a:spcPts val="600"/>
              </a:spcBef>
              <a:spcAft>
                <a:spcPts val="0"/>
              </a:spcAft>
              <a:buSzPts val="2628"/>
              <a:buNone/>
            </a:pPr>
            <a:r>
              <a:t/>
            </a:r>
            <a:endParaRPr b="1" sz="3600">
              <a:latin typeface="Arial Rounded"/>
              <a:ea typeface="Arial Rounded"/>
              <a:cs typeface="Arial Rounded"/>
              <a:sym typeface="Arial Rounded"/>
            </a:endParaRPr>
          </a:p>
          <a:p>
            <a:pPr indent="-107442" lvl="0" marL="274320" rtl="0" algn="just">
              <a:spcBef>
                <a:spcPts val="600"/>
              </a:spcBef>
              <a:spcAft>
                <a:spcPts val="0"/>
              </a:spcAft>
              <a:buSzPts val="2628"/>
              <a:buNone/>
            </a:pPr>
            <a:r>
              <a:t/>
            </a:r>
            <a:endParaRPr b="1" sz="3600">
              <a:latin typeface="Arial Rounded"/>
              <a:ea typeface="Arial Rounded"/>
              <a:cs typeface="Arial Rounded"/>
              <a:sym typeface="Arial Rounded"/>
            </a:endParaRPr>
          </a:p>
          <a:p>
            <a:pPr indent="-107442" lvl="0" marL="274320" rtl="0" algn="ctr">
              <a:spcBef>
                <a:spcPts val="600"/>
              </a:spcBef>
              <a:spcAft>
                <a:spcPts val="0"/>
              </a:spcAft>
              <a:buSzPts val="2628"/>
              <a:buNone/>
            </a:pPr>
            <a:r>
              <a:t/>
            </a:r>
            <a:endParaRPr b="1" sz="3600">
              <a:latin typeface="Arial Rounded"/>
              <a:ea typeface="Arial Rounded"/>
              <a:cs typeface="Arial Rounded"/>
              <a:sym typeface="Arial Rounde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p>
            <a:pPr indent="0" lvl="0" marL="0" rtl="0" algn="l">
              <a:spcBef>
                <a:spcPts val="0"/>
              </a:spcBef>
              <a:spcAft>
                <a:spcPts val="0"/>
              </a:spcAft>
              <a:buClr>
                <a:srgbClr val="F9F4F6"/>
              </a:buClr>
              <a:buSzPts val="3800"/>
              <a:buFont typeface="Trebuchet MS"/>
              <a:buNone/>
            </a:pPr>
            <a:r>
              <a:t/>
            </a:r>
            <a:endParaRPr/>
          </a:p>
        </p:txBody>
      </p:sp>
      <p:sp>
        <p:nvSpPr>
          <p:cNvPr id="137" name="Google Shape;137;p20"/>
          <p:cNvSpPr txBox="1"/>
          <p:nvPr>
            <p:ph idx="1" type="body"/>
          </p:nvPr>
        </p:nvSpPr>
        <p:spPr>
          <a:xfrm>
            <a:off x="457200" y="1609416"/>
            <a:ext cx="7239000" cy="4846320"/>
          </a:xfrm>
          <a:prstGeom prst="rect">
            <a:avLst/>
          </a:prstGeom>
          <a:solidFill>
            <a:srgbClr val="D6CDE5"/>
          </a:solidFill>
          <a:ln>
            <a:noFill/>
          </a:ln>
        </p:spPr>
        <p:txBody>
          <a:bodyPr anchorCtr="0" anchor="t" bIns="45700" lIns="91425" spcFirstLastPara="1" rIns="91425" wrap="square" tIns="45700">
            <a:normAutofit/>
          </a:bodyPr>
          <a:lstStyle/>
          <a:p>
            <a:pPr indent="-274320" lvl="0" marL="274320" rtl="0" algn="ctr">
              <a:spcBef>
                <a:spcPts val="0"/>
              </a:spcBef>
              <a:spcAft>
                <a:spcPts val="0"/>
              </a:spcAft>
              <a:buSzPts val="2920"/>
              <a:buChar char="⦿"/>
            </a:pPr>
            <a:r>
              <a:rPr lang="en-US" sz="4000"/>
              <a:t>Sikap pelayanan prima berarti pengabdian yang tulus terhadap bidang karya dan yang paling utama adalah kebanggaan atas pekerjaan.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457200" y="320040"/>
            <a:ext cx="7239000" cy="975360"/>
          </a:xfrm>
          <a:prstGeom prst="rect">
            <a:avLst/>
          </a:prstGeom>
          <a:noFill/>
          <a:ln>
            <a:noFill/>
          </a:ln>
        </p:spPr>
        <p:txBody>
          <a:bodyPr anchorCtr="0" anchor="b" bIns="0" lIns="45700" spcFirstLastPara="1" rIns="45700" wrap="square" tIns="0">
            <a:normAutofit fontScale="90000"/>
          </a:bodyPr>
          <a:lstStyle/>
          <a:p>
            <a:pPr indent="0" lvl="0" marL="0" rtl="0" algn="ctr">
              <a:spcBef>
                <a:spcPts val="0"/>
              </a:spcBef>
              <a:spcAft>
                <a:spcPts val="0"/>
              </a:spcAft>
              <a:buClr>
                <a:srgbClr val="F9F4F6"/>
              </a:buClr>
              <a:buSzPct val="100000"/>
              <a:buFont typeface="Arial Rounded"/>
              <a:buNone/>
            </a:pPr>
            <a:r>
              <a:rPr b="1" lang="en-US" sz="2400">
                <a:latin typeface="Arial Rounded"/>
                <a:ea typeface="Arial Rounded"/>
                <a:cs typeface="Arial Rounded"/>
                <a:sym typeface="Arial Rounded"/>
              </a:rPr>
              <a:t>APA YANG DIMAKSUDKAN DENGAN </a:t>
            </a:r>
            <a:r>
              <a:rPr b="1" i="1" lang="en-US" sz="2400">
                <a:latin typeface="Arial Rounded"/>
                <a:ea typeface="Arial Rounded"/>
                <a:cs typeface="Arial Rounded"/>
                <a:sym typeface="Arial Rounded"/>
              </a:rPr>
              <a:t>ASSERIVENESS </a:t>
            </a:r>
            <a:r>
              <a:rPr b="1" lang="en-US" sz="2400">
                <a:latin typeface="Arial Rounded"/>
                <a:ea typeface="Arial Rounded"/>
                <a:cs typeface="Arial Rounded"/>
                <a:sym typeface="Arial Rounded"/>
              </a:rPr>
              <a:t>?</a:t>
            </a:r>
            <a:br>
              <a:rPr b="1" lang="en-US" sz="2400">
                <a:latin typeface="Arial Rounded"/>
                <a:ea typeface="Arial Rounded"/>
                <a:cs typeface="Arial Rounded"/>
                <a:sym typeface="Arial Rounded"/>
              </a:rPr>
            </a:br>
            <a:endParaRPr sz="2400"/>
          </a:p>
        </p:txBody>
      </p:sp>
      <p:sp>
        <p:nvSpPr>
          <p:cNvPr id="143" name="Google Shape;143;p21"/>
          <p:cNvSpPr txBox="1"/>
          <p:nvPr>
            <p:ph idx="1" type="body"/>
          </p:nvPr>
        </p:nvSpPr>
        <p:spPr>
          <a:xfrm>
            <a:off x="457200" y="1219200"/>
            <a:ext cx="7391400" cy="533400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336"/>
              <a:buChar char="⦿"/>
            </a:pPr>
            <a:r>
              <a:rPr b="1" lang="en-US" sz="3200"/>
              <a:t>Asseriveness</a:t>
            </a:r>
            <a:endParaRPr b="1" sz="3200"/>
          </a:p>
          <a:p>
            <a:pPr indent="-274320" lvl="0" marL="274320" rtl="0" algn="l">
              <a:spcBef>
                <a:spcPts val="600"/>
              </a:spcBef>
              <a:spcAft>
                <a:spcPts val="0"/>
              </a:spcAft>
              <a:buSzPts val="2336"/>
              <a:buChar char="⦿"/>
            </a:pPr>
            <a:r>
              <a:rPr b="1" lang="en-US" sz="3200"/>
              <a:t>Right</a:t>
            </a:r>
            <a:endParaRPr/>
          </a:p>
          <a:p>
            <a:pPr indent="-274320" lvl="0" marL="274320" rtl="0" algn="l">
              <a:spcBef>
                <a:spcPts val="600"/>
              </a:spcBef>
              <a:spcAft>
                <a:spcPts val="0"/>
              </a:spcAft>
              <a:buSzPts val="2336"/>
              <a:buChar char="⦿"/>
            </a:pPr>
            <a:r>
              <a:rPr b="1" lang="en-US" sz="3200"/>
              <a:t>I have a right to choose my life, as well as others</a:t>
            </a:r>
            <a:endParaRPr/>
          </a:p>
          <a:p>
            <a:pPr indent="-274320" lvl="0" marL="274320" rtl="0" algn="l">
              <a:spcBef>
                <a:spcPts val="600"/>
              </a:spcBef>
              <a:spcAft>
                <a:spcPts val="0"/>
              </a:spcAft>
              <a:buSzPts val="2336"/>
              <a:buChar char="⦿"/>
            </a:pPr>
            <a:r>
              <a:rPr b="1" lang="en-US" sz="3200"/>
              <a:t>Responsibility</a:t>
            </a:r>
            <a:endParaRPr/>
          </a:p>
          <a:p>
            <a:pPr indent="-274320" lvl="0" marL="274320" rtl="0" algn="l">
              <a:spcBef>
                <a:spcPts val="600"/>
              </a:spcBef>
              <a:spcAft>
                <a:spcPts val="0"/>
              </a:spcAft>
              <a:buSzPts val="2336"/>
              <a:buChar char="⦿"/>
            </a:pPr>
            <a:r>
              <a:rPr b="1" lang="en-US" sz="3200"/>
              <a:t>I have a responsibility to my life, as well as others</a:t>
            </a:r>
            <a:endParaRPr/>
          </a:p>
          <a:p>
            <a:pPr indent="-274320" lvl="0" marL="274320" rtl="0" algn="l">
              <a:spcBef>
                <a:spcPts val="600"/>
              </a:spcBef>
              <a:spcAft>
                <a:spcPts val="0"/>
              </a:spcAft>
              <a:buSzPts val="2336"/>
              <a:buChar char="⦿"/>
            </a:pPr>
            <a:r>
              <a:rPr b="1" lang="en-US" sz="3200"/>
              <a:t>Respect</a:t>
            </a:r>
            <a:endParaRPr/>
          </a:p>
          <a:p>
            <a:pPr indent="-274320" lvl="0" marL="274320" rtl="0" algn="l">
              <a:spcBef>
                <a:spcPts val="600"/>
              </a:spcBef>
              <a:spcAft>
                <a:spcPts val="0"/>
              </a:spcAft>
              <a:buSzPts val="2336"/>
              <a:buChar char="⦿"/>
            </a:pPr>
            <a:r>
              <a:rPr b="1" lang="en-US" sz="3200"/>
              <a:t>I respect my self and my life, as well as others</a:t>
            </a:r>
            <a:endParaRPr/>
          </a:p>
          <a:p>
            <a:pPr indent="-153797" lvl="0" marL="274320" rtl="0" algn="ctr">
              <a:spcBef>
                <a:spcPts val="600"/>
              </a:spcBef>
              <a:spcAft>
                <a:spcPts val="0"/>
              </a:spcAft>
              <a:buSzPts val="1898"/>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txBox="1"/>
          <p:nvPr>
            <p:ph type="title"/>
          </p:nvPr>
        </p:nvSpPr>
        <p:spPr>
          <a:xfrm>
            <a:off x="457200" y="320040"/>
            <a:ext cx="7239000" cy="1127760"/>
          </a:xfrm>
          <a:prstGeom prst="rect">
            <a:avLst/>
          </a:prstGeom>
          <a:noFill/>
          <a:ln>
            <a:noFill/>
          </a:ln>
        </p:spPr>
        <p:txBody>
          <a:bodyPr anchorCtr="0" anchor="b" bIns="0" lIns="45700" spcFirstLastPara="1" rIns="45700" wrap="square" tIns="0">
            <a:normAutofit/>
          </a:bodyPr>
          <a:lstStyle/>
          <a:p>
            <a:pPr indent="0" lvl="0" marL="0" rtl="0" algn="l">
              <a:spcBef>
                <a:spcPts val="0"/>
              </a:spcBef>
              <a:spcAft>
                <a:spcPts val="0"/>
              </a:spcAft>
              <a:buClr>
                <a:srgbClr val="F9F4F6"/>
              </a:buClr>
              <a:buSzPts val="3800"/>
              <a:buFont typeface="Trebuchet MS"/>
              <a:buNone/>
            </a:pPr>
            <a:r>
              <a:rPr lang="en-US"/>
              <a:t>SIKAP ASERTIF ADALAH</a:t>
            </a:r>
            <a:endParaRPr/>
          </a:p>
        </p:txBody>
      </p:sp>
      <p:sp>
        <p:nvSpPr>
          <p:cNvPr id="149" name="Google Shape;149;p22"/>
          <p:cNvSpPr txBox="1"/>
          <p:nvPr>
            <p:ph idx="1" type="body"/>
          </p:nvPr>
        </p:nvSpPr>
        <p:spPr>
          <a:xfrm>
            <a:off x="457200" y="1905000"/>
            <a:ext cx="7239000" cy="4550736"/>
          </a:xfrm>
          <a:prstGeom prst="rect">
            <a:avLst/>
          </a:prstGeom>
          <a:solidFill>
            <a:srgbClr val="FBEF59"/>
          </a:solidFill>
          <a:ln>
            <a:noFill/>
          </a:ln>
        </p:spPr>
        <p:txBody>
          <a:bodyPr anchorCtr="0" anchor="t" bIns="45700" lIns="91425" spcFirstLastPara="1" rIns="91425" wrap="square" tIns="45700">
            <a:noAutofit/>
          </a:bodyPr>
          <a:lstStyle/>
          <a:p>
            <a:pPr indent="-274320" lvl="0" marL="274320" rtl="0" algn="ctr">
              <a:spcBef>
                <a:spcPts val="0"/>
              </a:spcBef>
              <a:spcAft>
                <a:spcPts val="0"/>
              </a:spcAft>
              <a:buSzPts val="2920"/>
              <a:buChar char="⦿"/>
            </a:pPr>
            <a:r>
              <a:rPr lang="en-US" sz="4000"/>
              <a:t>Kesepahaman, kebersamaan dan saling menguntungkan dalam pelaksanaan pelayanan prima dan ditentukan oleh kemampuan dan kejelian dalam membangun sikap assertif</a:t>
            </a:r>
            <a:r>
              <a:rPr lang="en-US" sz="3200"/>
              <a:t>, </a:t>
            </a:r>
            <a:endParaRPr sz="3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p>
            <a:pPr indent="0" lvl="0" marL="0" rtl="0" algn="l">
              <a:spcBef>
                <a:spcPts val="0"/>
              </a:spcBef>
              <a:spcAft>
                <a:spcPts val="0"/>
              </a:spcAft>
              <a:buClr>
                <a:srgbClr val="F9F4F6"/>
              </a:buClr>
              <a:buSzPts val="3800"/>
              <a:buFont typeface="Trebuchet MS"/>
              <a:buNone/>
            </a:pPr>
            <a:r>
              <a:t/>
            </a:r>
            <a:endParaRPr/>
          </a:p>
        </p:txBody>
      </p:sp>
      <p:sp>
        <p:nvSpPr>
          <p:cNvPr id="155" name="Google Shape;155;p23"/>
          <p:cNvSpPr txBox="1"/>
          <p:nvPr>
            <p:ph idx="1" type="body"/>
          </p:nvPr>
        </p:nvSpPr>
        <p:spPr>
          <a:xfrm>
            <a:off x="457200" y="1609416"/>
            <a:ext cx="7239000" cy="4846320"/>
          </a:xfrm>
          <a:prstGeom prst="rect">
            <a:avLst/>
          </a:prstGeom>
          <a:solidFill>
            <a:srgbClr val="E2BCC9"/>
          </a:solidFill>
          <a:ln>
            <a:noFill/>
          </a:ln>
        </p:spPr>
        <p:txBody>
          <a:bodyPr anchorCtr="0" anchor="t" bIns="45700" lIns="91425" spcFirstLastPara="1" rIns="91425" wrap="square" tIns="45700">
            <a:normAutofit/>
          </a:bodyPr>
          <a:lstStyle/>
          <a:p>
            <a:pPr indent="-274320" lvl="0" marL="274320" rtl="0" algn="r">
              <a:spcBef>
                <a:spcPts val="0"/>
              </a:spcBef>
              <a:spcAft>
                <a:spcPts val="0"/>
              </a:spcAft>
              <a:buSzPts val="2628"/>
              <a:buChar char="⦿"/>
            </a:pPr>
            <a:r>
              <a:rPr lang="en-US" sz="3600"/>
              <a:t>Sikap assertif ini akan mempertemukan keinginan yang berbeda antara harapan dan kenyataan baik dari pelayanan disatu sisi, maupun pelanggan disisi lain. </a:t>
            </a:r>
            <a:endParaRPr/>
          </a:p>
          <a:p>
            <a:pPr indent="-125984" lvl="0" marL="274320" rtl="0" algn="ctr">
              <a:spcBef>
                <a:spcPts val="600"/>
              </a:spcBef>
              <a:spcAft>
                <a:spcPts val="0"/>
              </a:spcAft>
              <a:buSzPts val="2336"/>
              <a:buNone/>
            </a:pPr>
            <a:r>
              <a:t/>
            </a:r>
            <a:endParaRPr sz="3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Autofit/>
          </a:bodyPr>
          <a:lstStyle/>
          <a:p>
            <a:pPr indent="0" lvl="0" marL="0" rtl="0" algn="l">
              <a:spcBef>
                <a:spcPts val="0"/>
              </a:spcBef>
              <a:spcAft>
                <a:spcPts val="0"/>
              </a:spcAft>
              <a:buClr>
                <a:srgbClr val="F9F4F6"/>
              </a:buClr>
              <a:buSzPts val="2800"/>
              <a:buFont typeface="Trebuchet MS"/>
              <a:buNone/>
            </a:pPr>
            <a:r>
              <a:rPr lang="en-US" sz="2800"/>
              <a:t>SIKAP CUSTOMER SERVICE YANG PERLU DIPERHATIKAN ADALAH</a:t>
            </a:r>
            <a:endParaRPr sz="2800"/>
          </a:p>
        </p:txBody>
      </p:sp>
      <p:sp>
        <p:nvSpPr>
          <p:cNvPr id="161" name="Google Shape;161;p24"/>
          <p:cNvSpPr txBox="1"/>
          <p:nvPr>
            <p:ph idx="1" type="body"/>
          </p:nvPr>
        </p:nvSpPr>
        <p:spPr>
          <a:xfrm>
            <a:off x="457200" y="1609416"/>
            <a:ext cx="7239000" cy="4846320"/>
          </a:xfrm>
          <a:prstGeom prst="rect">
            <a:avLst/>
          </a:prstGeom>
          <a:solidFill>
            <a:srgbClr val="BFCA95"/>
          </a:solidFill>
          <a:ln>
            <a:noFill/>
          </a:ln>
        </p:spPr>
        <p:txBody>
          <a:bodyPr anchorCtr="0" anchor="t" bIns="45700" lIns="91425" spcFirstLastPara="1" rIns="91425" wrap="square" tIns="45700">
            <a:noAutofit/>
          </a:bodyPr>
          <a:lstStyle/>
          <a:p>
            <a:pPr indent="-274320" lvl="0" marL="274320" rtl="0" algn="l">
              <a:spcBef>
                <a:spcPts val="0"/>
              </a:spcBef>
              <a:spcAft>
                <a:spcPts val="0"/>
              </a:spcAft>
              <a:buSzPts val="2628"/>
              <a:buChar char="⦿"/>
            </a:pPr>
            <a:r>
              <a:rPr b="1" lang="en-US" sz="3600"/>
              <a:t>Sikap ramah</a:t>
            </a:r>
            <a:endParaRPr b="1" sz="3600"/>
          </a:p>
          <a:p>
            <a:pPr indent="-274320" lvl="0" marL="274320" rtl="0" algn="l">
              <a:spcBef>
                <a:spcPts val="600"/>
              </a:spcBef>
              <a:spcAft>
                <a:spcPts val="0"/>
              </a:spcAft>
              <a:buSzPts val="2628"/>
              <a:buChar char="⦿"/>
            </a:pPr>
            <a:r>
              <a:rPr b="1" lang="en-US" sz="3600"/>
              <a:t>Sikap santun</a:t>
            </a:r>
            <a:endParaRPr b="1" sz="3600"/>
          </a:p>
          <a:p>
            <a:pPr indent="-274320" lvl="0" marL="274320" rtl="0" algn="l">
              <a:spcBef>
                <a:spcPts val="600"/>
              </a:spcBef>
              <a:spcAft>
                <a:spcPts val="0"/>
              </a:spcAft>
              <a:buSzPts val="2628"/>
              <a:buChar char="⦿"/>
            </a:pPr>
            <a:r>
              <a:rPr b="1" lang="en-US" sz="3600"/>
              <a:t>Sikap membantu dan waspada</a:t>
            </a:r>
            <a:endParaRPr b="1" sz="3600"/>
          </a:p>
          <a:p>
            <a:pPr indent="-274320" lvl="0" marL="274320" rtl="0" algn="l">
              <a:spcBef>
                <a:spcPts val="600"/>
              </a:spcBef>
              <a:spcAft>
                <a:spcPts val="0"/>
              </a:spcAft>
              <a:buSzPts val="2628"/>
              <a:buChar char="⦿"/>
            </a:pPr>
            <a:r>
              <a:rPr b="1" lang="en-US" sz="3600"/>
              <a:t>Sikap yakin dan meyakinkan</a:t>
            </a:r>
            <a:endParaRPr b="1" sz="3600"/>
          </a:p>
          <a:p>
            <a:pPr indent="-274320" lvl="0" marL="274320" rtl="0" algn="l">
              <a:spcBef>
                <a:spcPts val="600"/>
              </a:spcBef>
              <a:spcAft>
                <a:spcPts val="0"/>
              </a:spcAft>
              <a:buSzPts val="2628"/>
              <a:buChar char="⦿"/>
            </a:pPr>
            <a:r>
              <a:rPr b="1" lang="en-US" sz="3600"/>
              <a:t>Sikap teliti</a:t>
            </a:r>
            <a:endParaRPr b="1" sz="3600"/>
          </a:p>
          <a:p>
            <a:pPr indent="-274320" lvl="0" marL="274320" rtl="0" algn="l">
              <a:spcBef>
                <a:spcPts val="600"/>
              </a:spcBef>
              <a:spcAft>
                <a:spcPts val="0"/>
              </a:spcAft>
              <a:buSzPts val="2628"/>
              <a:buChar char="⦿"/>
            </a:pPr>
            <a:r>
              <a:rPr b="1" lang="en-US" sz="3600"/>
              <a:t>Sikap informative</a:t>
            </a:r>
            <a:endParaRPr/>
          </a:p>
          <a:p>
            <a:pPr indent="-274320" lvl="0" marL="274320" rtl="0" algn="l">
              <a:spcBef>
                <a:spcPts val="600"/>
              </a:spcBef>
              <a:spcAft>
                <a:spcPts val="0"/>
              </a:spcAft>
              <a:buSzPts val="2628"/>
              <a:buChar char="⦿"/>
            </a:pPr>
            <a:r>
              <a:rPr b="1" lang="en-US" sz="3600"/>
              <a:t>Sikap menghargai waktu</a:t>
            </a:r>
            <a:endParaRPr b="1" sz="3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fontScale="90000"/>
          </a:bodyPr>
          <a:lstStyle/>
          <a:p>
            <a:pPr indent="0" lvl="0" marL="0" rtl="0" algn="l">
              <a:spcBef>
                <a:spcPts val="0"/>
              </a:spcBef>
              <a:spcAft>
                <a:spcPts val="0"/>
              </a:spcAft>
              <a:buClr>
                <a:srgbClr val="F9F4F6"/>
              </a:buClr>
              <a:buSzPct val="100000"/>
              <a:buFont typeface="Trebuchet MS"/>
              <a:buNone/>
            </a:pPr>
            <a:r>
              <a:rPr lang="en-US"/>
              <a:t>2</a:t>
            </a:r>
            <a:r>
              <a:rPr lang="en-US" sz="3100"/>
              <a:t>EVOLUSI ORIENTASI PELAYANAN</a:t>
            </a:r>
            <a:br>
              <a:rPr lang="en-US"/>
            </a:br>
            <a:endParaRPr/>
          </a:p>
        </p:txBody>
      </p:sp>
      <p:sp>
        <p:nvSpPr>
          <p:cNvPr id="167" name="Google Shape;167;p25"/>
          <p:cNvSpPr txBox="1"/>
          <p:nvPr>
            <p:ph idx="1" type="body"/>
          </p:nvPr>
        </p:nvSpPr>
        <p:spPr>
          <a:xfrm>
            <a:off x="457200" y="1609416"/>
            <a:ext cx="7239000" cy="4846320"/>
          </a:xfrm>
          <a:prstGeom prst="rect">
            <a:avLst/>
          </a:prstGeom>
          <a:solidFill>
            <a:srgbClr val="BFCA95"/>
          </a:solid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336"/>
              <a:buChar char="⦿"/>
            </a:pPr>
            <a:r>
              <a:rPr lang="en-US" sz="3200"/>
              <a:t>Perubahan merupakan suatu fenomena yang bersifat paradox yang dihindari banyak orang karena dianggap menyakitkan, namun pada saat tertentu/bersamaan justru sangat dinantikan oleh orang lain karena dianggap membawa perbaikan dan kemajuan bagi pihak lain yang membutuhkan</a:t>
            </a:r>
            <a:endParaRPr sz="3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p>
            <a:pPr indent="0" lvl="0" marL="0" rtl="0" algn="l">
              <a:spcBef>
                <a:spcPts val="0"/>
              </a:spcBef>
              <a:spcAft>
                <a:spcPts val="0"/>
              </a:spcAft>
              <a:buClr>
                <a:srgbClr val="F9F4F6"/>
              </a:buClr>
              <a:buSzPts val="3800"/>
              <a:buFont typeface="Trebuchet MS"/>
              <a:buNone/>
            </a:pPr>
            <a:r>
              <a:t/>
            </a:r>
            <a:endParaRPr/>
          </a:p>
        </p:txBody>
      </p:sp>
      <p:sp>
        <p:nvSpPr>
          <p:cNvPr id="173" name="Google Shape;173;p26"/>
          <p:cNvSpPr txBox="1"/>
          <p:nvPr>
            <p:ph idx="1" type="body"/>
          </p:nvPr>
        </p:nvSpPr>
        <p:spPr>
          <a:xfrm>
            <a:off x="457200" y="1609416"/>
            <a:ext cx="7239000" cy="4846320"/>
          </a:xfrm>
          <a:prstGeom prst="rect">
            <a:avLst/>
          </a:prstGeom>
          <a:solidFill>
            <a:srgbClr val="FBEF59"/>
          </a:solid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044"/>
              <a:buChar char="⦿"/>
            </a:pPr>
            <a:r>
              <a:rPr lang="en-US" sz="2800"/>
              <a:t>Suatu fenomena yang tidak dapat dipungkiri, bahwa kehidupan manusia telah mengalami berbagai evolusi peradaban; mulai dari masa agraris, industry produktivitas, informasi sampai pada masa impian yang sangat erat kaitannya dengan dinamika kehidupan yang berlaku di dunia, dan juga birokrasi yang menghadapi tantangan perubahan yang tidak mungkin dihindarkan</a:t>
            </a:r>
            <a:endParaRPr sz="2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7"/>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p>
            <a:pPr indent="0" lvl="0" marL="0" rtl="0" algn="l">
              <a:spcBef>
                <a:spcPts val="0"/>
              </a:spcBef>
              <a:spcAft>
                <a:spcPts val="0"/>
              </a:spcAft>
              <a:buClr>
                <a:srgbClr val="F9F4F6"/>
              </a:buClr>
              <a:buSzPts val="3800"/>
              <a:buFont typeface="Trebuchet MS"/>
              <a:buNone/>
            </a:pPr>
            <a:r>
              <a:t/>
            </a:r>
            <a:endParaRPr/>
          </a:p>
        </p:txBody>
      </p:sp>
      <p:sp>
        <p:nvSpPr>
          <p:cNvPr id="179" name="Google Shape;179;p27"/>
          <p:cNvSpPr txBox="1"/>
          <p:nvPr>
            <p:ph idx="1" type="body"/>
          </p:nvPr>
        </p:nvSpPr>
        <p:spPr>
          <a:xfrm>
            <a:off x="457200" y="1609416"/>
            <a:ext cx="7239000" cy="4846320"/>
          </a:xfrm>
          <a:prstGeom prst="rect">
            <a:avLst/>
          </a:prstGeom>
          <a:solidFill>
            <a:srgbClr val="FBEF59"/>
          </a:solid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336"/>
              <a:buChar char="⦿"/>
            </a:pPr>
            <a:r>
              <a:rPr lang="en-US" sz="3200"/>
              <a:t>Fenomena pembaharuan dan penyempurnaan birokrasi, menuntut aparatur pemerintah (pusat-daerah) untuk melaksanakan perubahan kea rah kemajuan dimana pelaynan yang diberikan aparatur pemerintah harus berdifat; cepat, tepat, akurat, serta efisien dan efektif dan dengan pelayan yang ramah dan bersahabat.</a:t>
            </a:r>
            <a:endParaRPr/>
          </a:p>
          <a:p>
            <a:pPr indent="-274320" lvl="0" marL="274320" rtl="0" algn="l">
              <a:spcBef>
                <a:spcPts val="600"/>
              </a:spcBef>
              <a:spcAft>
                <a:spcPts val="0"/>
              </a:spcAft>
              <a:buSzPts val="1898"/>
              <a:buNone/>
            </a:pPr>
            <a:r>
              <a:t/>
            </a:r>
            <a:endParaRPr/>
          </a:p>
          <a:p>
            <a:pPr indent="-153797" lvl="0" marL="274320" rtl="0" algn="l">
              <a:spcBef>
                <a:spcPts val="600"/>
              </a:spcBef>
              <a:spcAft>
                <a:spcPts val="0"/>
              </a:spcAft>
              <a:buSzPts val="1898"/>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fontScale="90000"/>
          </a:bodyPr>
          <a:lstStyle/>
          <a:p>
            <a:pPr indent="0" lvl="0" marL="0" rtl="0" algn="l">
              <a:spcBef>
                <a:spcPts val="0"/>
              </a:spcBef>
              <a:spcAft>
                <a:spcPts val="0"/>
              </a:spcAft>
              <a:buClr>
                <a:srgbClr val="F9F4F6"/>
              </a:buClr>
              <a:buSzPct val="100000"/>
              <a:buFont typeface="Trebuchet MS"/>
              <a:buNone/>
            </a:pPr>
            <a:r>
              <a:rPr lang="en-US"/>
              <a:t>PELAYANAN SINERGI</a:t>
            </a:r>
            <a:br>
              <a:rPr lang="en-US"/>
            </a:br>
            <a:endParaRPr/>
          </a:p>
        </p:txBody>
      </p:sp>
      <p:sp>
        <p:nvSpPr>
          <p:cNvPr id="185" name="Google Shape;185;p28"/>
          <p:cNvSpPr txBox="1"/>
          <p:nvPr>
            <p:ph idx="1" type="body"/>
          </p:nvPr>
        </p:nvSpPr>
        <p:spPr>
          <a:xfrm>
            <a:off x="457200" y="1609416"/>
            <a:ext cx="7239000" cy="4846320"/>
          </a:xfrm>
          <a:prstGeom prst="rect">
            <a:avLst/>
          </a:prstGeom>
          <a:solidFill>
            <a:srgbClr val="BFCA95"/>
          </a:solid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336"/>
              <a:buChar char="⦿"/>
            </a:pPr>
            <a:r>
              <a:rPr lang="en-US" sz="3200"/>
              <a:t>Pengaturan organisasi (organisasi dan restrukturisasi) untuk tujuan pelayanan sinerji mutlak dilakukan, karena pada prinsipnya organisasi memberikan layanan kepada pelanggan (masyarakat</a:t>
            </a:r>
            <a:endParaRPr sz="3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fontScale="90000"/>
          </a:bodyPr>
          <a:lstStyle/>
          <a:p>
            <a:pPr indent="0" lvl="0" marL="0" rtl="0" algn="l">
              <a:spcBef>
                <a:spcPts val="0"/>
              </a:spcBef>
              <a:spcAft>
                <a:spcPts val="0"/>
              </a:spcAft>
              <a:buClr>
                <a:srgbClr val="F9F4F6"/>
              </a:buClr>
              <a:buSzPct val="100000"/>
              <a:buFont typeface="Trebuchet MS"/>
              <a:buNone/>
            </a:pPr>
            <a:r>
              <a:rPr lang="en-US" sz="3100"/>
              <a:t>BENTUK SINERGI  DAPAT DIBAGI DALAM DUA BAGIAN YAITU</a:t>
            </a:r>
            <a:br>
              <a:rPr lang="en-US"/>
            </a:br>
            <a:endParaRPr/>
          </a:p>
        </p:txBody>
      </p:sp>
      <p:sp>
        <p:nvSpPr>
          <p:cNvPr id="191" name="Google Shape;191;p29"/>
          <p:cNvSpPr txBox="1"/>
          <p:nvPr>
            <p:ph idx="1" type="body"/>
          </p:nvPr>
        </p:nvSpPr>
        <p:spPr>
          <a:xfrm>
            <a:off x="457200" y="1609416"/>
            <a:ext cx="7239000" cy="48463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28"/>
              <a:buChar char="⦿"/>
            </a:pPr>
            <a:r>
              <a:rPr lang="en-US" sz="3600"/>
              <a:t>Organisasi pemerintah (</a:t>
            </a:r>
            <a:r>
              <a:rPr i="1" lang="en-US" sz="3600"/>
              <a:t>non profit organization</a:t>
            </a:r>
            <a:r>
              <a:rPr lang="en-US" sz="3600"/>
              <a:t>)</a:t>
            </a:r>
            <a:endParaRPr/>
          </a:p>
          <a:p>
            <a:pPr indent="-274320" lvl="0" marL="274320" rtl="0" algn="l">
              <a:spcBef>
                <a:spcPts val="600"/>
              </a:spcBef>
              <a:spcAft>
                <a:spcPts val="0"/>
              </a:spcAft>
              <a:buSzPts val="2628"/>
              <a:buChar char="⦿"/>
            </a:pPr>
            <a:r>
              <a:rPr lang="en-US" sz="3600"/>
              <a:t>Organisasi swasta (</a:t>
            </a:r>
            <a:r>
              <a:rPr i="1" lang="en-US" sz="3600"/>
              <a:t>profit organization</a:t>
            </a:r>
            <a:r>
              <a:rPr lang="en-US" sz="3600"/>
              <a:t>)</a:t>
            </a:r>
            <a:endParaRPr/>
          </a:p>
          <a:p>
            <a:pPr indent="-153797" lvl="0" marL="274320" rtl="0" algn="l">
              <a:spcBef>
                <a:spcPts val="600"/>
              </a:spcBef>
              <a:spcAft>
                <a:spcPts val="0"/>
              </a:spcAft>
              <a:buSzPts val="1898"/>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ph type="title"/>
          </p:nvPr>
        </p:nvSpPr>
        <p:spPr>
          <a:xfrm>
            <a:off x="457200" y="0"/>
            <a:ext cx="7239000" cy="1219200"/>
          </a:xfrm>
          <a:prstGeom prst="rect">
            <a:avLst/>
          </a:prstGeom>
          <a:noFill/>
          <a:ln>
            <a:noFill/>
          </a:ln>
        </p:spPr>
        <p:txBody>
          <a:bodyPr anchorCtr="0" anchor="b" bIns="0" lIns="45700" spcFirstLastPara="1" rIns="45700" wrap="square" tIns="0">
            <a:noAutofit/>
          </a:bodyPr>
          <a:lstStyle/>
          <a:p>
            <a:pPr indent="0" lvl="0" marL="0" rtl="0" algn="l">
              <a:spcBef>
                <a:spcPts val="0"/>
              </a:spcBef>
              <a:spcAft>
                <a:spcPts val="0"/>
              </a:spcAft>
              <a:buClr>
                <a:srgbClr val="F9F4F6"/>
              </a:buClr>
              <a:buSzPts val="2400"/>
              <a:buFont typeface="Trebuchet MS"/>
              <a:buNone/>
            </a:pPr>
            <a:r>
              <a:rPr lang="en-US" sz="2400"/>
              <a:t>ALTERNATIF PENGATURAN ORGANISASI PELAYANAN PUBLIK YANG DAPAT DIBERLAKUKAN A</a:t>
            </a:r>
            <a:br>
              <a:rPr lang="en-US" sz="2400"/>
            </a:br>
            <a:endParaRPr sz="2400"/>
          </a:p>
        </p:txBody>
      </p:sp>
      <p:sp>
        <p:nvSpPr>
          <p:cNvPr id="197" name="Google Shape;197;p30"/>
          <p:cNvSpPr txBox="1"/>
          <p:nvPr>
            <p:ph idx="1" type="body"/>
          </p:nvPr>
        </p:nvSpPr>
        <p:spPr>
          <a:xfrm>
            <a:off x="609600" y="1066800"/>
            <a:ext cx="7239000" cy="5388936"/>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336"/>
              <a:buChar char="⦿"/>
            </a:pPr>
            <a:r>
              <a:rPr lang="en-US" sz="3200"/>
              <a:t>Government service</a:t>
            </a:r>
            <a:endParaRPr/>
          </a:p>
          <a:p>
            <a:pPr indent="-274320" lvl="0" marL="274320" rtl="0" algn="l">
              <a:spcBef>
                <a:spcPts val="600"/>
              </a:spcBef>
              <a:spcAft>
                <a:spcPts val="0"/>
              </a:spcAft>
              <a:buSzPts val="2336"/>
              <a:buChar char="⦿"/>
            </a:pPr>
            <a:r>
              <a:rPr lang="en-US" sz="3200"/>
              <a:t>Government vending</a:t>
            </a:r>
            <a:endParaRPr/>
          </a:p>
          <a:p>
            <a:pPr indent="-274320" lvl="0" marL="274320" rtl="0" algn="l">
              <a:spcBef>
                <a:spcPts val="600"/>
              </a:spcBef>
              <a:spcAft>
                <a:spcPts val="0"/>
              </a:spcAft>
              <a:buSzPts val="2336"/>
              <a:buChar char="⦿"/>
            </a:pPr>
            <a:r>
              <a:rPr lang="en-US" sz="3200"/>
              <a:t>Intergoverntmental agreement</a:t>
            </a:r>
            <a:endParaRPr/>
          </a:p>
          <a:p>
            <a:pPr indent="-274320" lvl="0" marL="274320" rtl="0" algn="l">
              <a:spcBef>
                <a:spcPts val="600"/>
              </a:spcBef>
              <a:spcAft>
                <a:spcPts val="0"/>
              </a:spcAft>
              <a:buSzPts val="2336"/>
              <a:buChar char="⦿"/>
            </a:pPr>
            <a:r>
              <a:rPr lang="en-US" sz="3200"/>
              <a:t>Contracting</a:t>
            </a:r>
            <a:endParaRPr/>
          </a:p>
          <a:p>
            <a:pPr indent="-274320" lvl="0" marL="274320" rtl="0" algn="l">
              <a:spcBef>
                <a:spcPts val="600"/>
              </a:spcBef>
              <a:spcAft>
                <a:spcPts val="0"/>
              </a:spcAft>
              <a:buSzPts val="2336"/>
              <a:buChar char="⦿"/>
            </a:pPr>
            <a:r>
              <a:rPr lang="en-US" sz="3200"/>
              <a:t>Franchice</a:t>
            </a:r>
            <a:endParaRPr sz="3200"/>
          </a:p>
          <a:p>
            <a:pPr indent="-274320" lvl="0" marL="274320" rtl="0" algn="l">
              <a:spcBef>
                <a:spcPts val="600"/>
              </a:spcBef>
              <a:spcAft>
                <a:spcPts val="0"/>
              </a:spcAft>
              <a:buSzPts val="2336"/>
              <a:buChar char="⦿"/>
            </a:pPr>
            <a:r>
              <a:rPr lang="en-US" sz="3200"/>
              <a:t>Grant</a:t>
            </a:r>
            <a:endParaRPr/>
          </a:p>
          <a:p>
            <a:pPr indent="-274320" lvl="0" marL="274320" rtl="0" algn="l">
              <a:spcBef>
                <a:spcPts val="600"/>
              </a:spcBef>
              <a:spcAft>
                <a:spcPts val="0"/>
              </a:spcAft>
              <a:buSzPts val="2336"/>
              <a:buChar char="⦿"/>
            </a:pPr>
            <a:r>
              <a:rPr lang="en-US" sz="3200"/>
              <a:t>Voucher</a:t>
            </a:r>
            <a:endParaRPr/>
          </a:p>
          <a:p>
            <a:pPr indent="-274320" lvl="0" marL="274320" rtl="0" algn="l">
              <a:spcBef>
                <a:spcPts val="600"/>
              </a:spcBef>
              <a:spcAft>
                <a:spcPts val="0"/>
              </a:spcAft>
              <a:buSzPts val="2336"/>
              <a:buChar char="⦿"/>
            </a:pPr>
            <a:r>
              <a:rPr lang="en-US" sz="3200"/>
              <a:t>Market</a:t>
            </a:r>
            <a:endParaRPr/>
          </a:p>
          <a:p>
            <a:pPr indent="-274320" lvl="0" marL="274320" rtl="0" algn="l">
              <a:spcBef>
                <a:spcPts val="600"/>
              </a:spcBef>
              <a:spcAft>
                <a:spcPts val="0"/>
              </a:spcAft>
              <a:buSzPts val="2336"/>
              <a:buChar char="⦿"/>
            </a:pPr>
            <a:r>
              <a:rPr lang="en-US" sz="3200"/>
              <a:t>Voluntary</a:t>
            </a:r>
            <a:endParaRPr sz="3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1"/>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Autofit/>
          </a:bodyPr>
          <a:lstStyle/>
          <a:p>
            <a:pPr indent="0" lvl="0" marL="0" rtl="0" algn="l">
              <a:spcBef>
                <a:spcPts val="0"/>
              </a:spcBef>
              <a:spcAft>
                <a:spcPts val="0"/>
              </a:spcAft>
              <a:buClr>
                <a:srgbClr val="F9F4F6"/>
              </a:buClr>
              <a:buSzPts val="3200"/>
              <a:buFont typeface="Trebuchet MS"/>
              <a:buNone/>
            </a:pPr>
            <a:r>
              <a:rPr lang="en-US" sz="3200"/>
              <a:t>CONTOH PENERAPAN SIKAP LAYANAN PRIMA</a:t>
            </a:r>
            <a:br>
              <a:rPr lang="en-US" sz="3200"/>
            </a:br>
            <a:endParaRPr sz="3200"/>
          </a:p>
        </p:txBody>
      </p:sp>
      <p:sp>
        <p:nvSpPr>
          <p:cNvPr id="203" name="Google Shape;203;p31"/>
          <p:cNvSpPr txBox="1"/>
          <p:nvPr>
            <p:ph idx="1" type="body"/>
          </p:nvPr>
        </p:nvSpPr>
        <p:spPr>
          <a:xfrm>
            <a:off x="457200" y="1066800"/>
            <a:ext cx="7239000" cy="5388936"/>
          </a:xfrm>
          <a:prstGeom prst="rect">
            <a:avLst/>
          </a:prstGeom>
          <a:solidFill>
            <a:srgbClr val="FADAB3"/>
          </a:solid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898"/>
              <a:buChar char="⦿"/>
            </a:pPr>
            <a:r>
              <a:rPr lang="en-US"/>
              <a:t>Membuat pelanggan merasa penting</a:t>
            </a:r>
            <a:endParaRPr/>
          </a:p>
          <a:p>
            <a:pPr indent="-274320" lvl="0" marL="274320" rtl="0" algn="l">
              <a:spcBef>
                <a:spcPts val="600"/>
              </a:spcBef>
              <a:spcAft>
                <a:spcPts val="0"/>
              </a:spcAft>
              <a:buSzPts val="1898"/>
              <a:buChar char="⦿"/>
            </a:pPr>
            <a:r>
              <a:rPr lang="en-US"/>
              <a:t>Membuat rekan sekerja merasa nyaman bersama kita</a:t>
            </a:r>
            <a:endParaRPr/>
          </a:p>
          <a:p>
            <a:pPr indent="-274320" lvl="0" marL="274320" rtl="0" algn="l">
              <a:spcBef>
                <a:spcPts val="600"/>
              </a:spcBef>
              <a:spcAft>
                <a:spcPts val="0"/>
              </a:spcAft>
              <a:buSzPts val="1898"/>
              <a:buChar char="⦿"/>
            </a:pPr>
            <a:r>
              <a:rPr lang="en-US"/>
              <a:t>Melayani pelanggan dengan ramah, tepat dan cermat</a:t>
            </a:r>
            <a:endParaRPr/>
          </a:p>
          <a:p>
            <a:pPr indent="-274320" lvl="0" marL="274320" rtl="0" algn="l">
              <a:spcBef>
                <a:spcPts val="600"/>
              </a:spcBef>
              <a:spcAft>
                <a:spcPts val="0"/>
              </a:spcAft>
              <a:buSzPts val="1898"/>
              <a:buChar char="⦿"/>
            </a:pPr>
            <a:r>
              <a:rPr lang="en-US"/>
              <a:t>Menggutamakan kepuasan pelangan</a:t>
            </a:r>
            <a:endParaRPr/>
          </a:p>
          <a:p>
            <a:pPr indent="-274320" lvl="0" marL="274320" rtl="0" algn="l">
              <a:spcBef>
                <a:spcPts val="600"/>
              </a:spcBef>
              <a:spcAft>
                <a:spcPts val="0"/>
              </a:spcAft>
              <a:buSzPts val="1898"/>
              <a:buChar char="⦿"/>
            </a:pPr>
            <a:r>
              <a:rPr lang="en-US"/>
              <a:t>Mendatangkan pelanggan baru</a:t>
            </a:r>
            <a:endParaRPr/>
          </a:p>
          <a:p>
            <a:pPr indent="-274320" lvl="0" marL="274320" rtl="0" algn="l">
              <a:spcBef>
                <a:spcPts val="600"/>
              </a:spcBef>
              <a:spcAft>
                <a:spcPts val="0"/>
              </a:spcAft>
              <a:buSzPts val="1898"/>
              <a:buChar char="⦿"/>
            </a:pPr>
            <a:r>
              <a:rPr lang="en-US"/>
              <a:t>Menerima telepon dengan sopan dan ramah</a:t>
            </a:r>
            <a:endParaRPr/>
          </a:p>
          <a:p>
            <a:pPr indent="-274320" lvl="0" marL="274320" rtl="0" algn="l">
              <a:spcBef>
                <a:spcPts val="600"/>
              </a:spcBef>
              <a:spcAft>
                <a:spcPts val="0"/>
              </a:spcAft>
              <a:buSzPts val="1898"/>
              <a:buChar char="⦿"/>
            </a:pPr>
            <a:r>
              <a:rPr lang="en-US"/>
              <a:t>Menepati janji kepada pelanggan</a:t>
            </a:r>
            <a:endParaRPr/>
          </a:p>
          <a:p>
            <a:pPr indent="-274320" lvl="0" marL="274320" rtl="0" algn="l">
              <a:spcBef>
                <a:spcPts val="600"/>
              </a:spcBef>
              <a:spcAft>
                <a:spcPts val="0"/>
              </a:spcAft>
              <a:buSzPts val="1898"/>
              <a:buChar char="⦿"/>
            </a:pPr>
            <a:r>
              <a:rPr lang="en-US"/>
              <a:t>Rasa puas dan bangga akan pekerjaan kita</a:t>
            </a:r>
            <a:endParaRPr/>
          </a:p>
          <a:p>
            <a:pPr indent="-274320" lvl="0" marL="274320" rtl="0" algn="l">
              <a:spcBef>
                <a:spcPts val="600"/>
              </a:spcBef>
              <a:spcAft>
                <a:spcPts val="0"/>
              </a:spcAft>
              <a:buSzPts val="1898"/>
              <a:buChar char="⦿"/>
            </a:pPr>
            <a:r>
              <a:rPr lang="en-US"/>
              <a:t>Etika dan sopan santun</a:t>
            </a:r>
            <a:endParaRPr/>
          </a:p>
          <a:p>
            <a:pPr indent="-274320" lvl="0" marL="274320" rtl="0" algn="l">
              <a:spcBef>
                <a:spcPts val="600"/>
              </a:spcBef>
              <a:spcAft>
                <a:spcPts val="0"/>
              </a:spcAft>
              <a:buSzPts val="1898"/>
              <a:buChar char="⦿"/>
            </a:pPr>
            <a:r>
              <a:rPr lang="en-US"/>
              <a:t>Bekerja dengan antusias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2"/>
          <p:cNvSpPr txBox="1"/>
          <p:nvPr>
            <p:ph type="title"/>
          </p:nvPr>
        </p:nvSpPr>
        <p:spPr>
          <a:xfrm>
            <a:off x="457200" y="320040"/>
            <a:ext cx="7239000" cy="441960"/>
          </a:xfrm>
          <a:prstGeom prst="rect">
            <a:avLst/>
          </a:prstGeom>
          <a:noFill/>
          <a:ln>
            <a:noFill/>
          </a:ln>
        </p:spPr>
        <p:txBody>
          <a:bodyPr anchorCtr="0" anchor="b" bIns="0" lIns="45700" spcFirstLastPara="1" rIns="45700" wrap="square" tIns="0">
            <a:normAutofit fontScale="90000"/>
          </a:bodyPr>
          <a:lstStyle/>
          <a:p>
            <a:pPr indent="0" lvl="0" marL="0" rtl="0" algn="l">
              <a:spcBef>
                <a:spcPts val="0"/>
              </a:spcBef>
              <a:spcAft>
                <a:spcPts val="0"/>
              </a:spcAft>
              <a:buClr>
                <a:srgbClr val="F9F4F6"/>
              </a:buClr>
              <a:buSzPct val="100000"/>
              <a:buFont typeface="Trebuchet MS"/>
              <a:buNone/>
            </a:pPr>
            <a:r>
              <a:t/>
            </a:r>
            <a:endParaRPr/>
          </a:p>
        </p:txBody>
      </p:sp>
      <p:sp>
        <p:nvSpPr>
          <p:cNvPr id="209" name="Google Shape;209;p32"/>
          <p:cNvSpPr txBox="1"/>
          <p:nvPr>
            <p:ph idx="1" type="body"/>
          </p:nvPr>
        </p:nvSpPr>
        <p:spPr>
          <a:xfrm>
            <a:off x="457200" y="990600"/>
            <a:ext cx="7239000" cy="5465136"/>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898"/>
              <a:buChar char="⦿"/>
            </a:pPr>
            <a:r>
              <a:rPr lang="en-US"/>
              <a:t>Menekan rasa marah, jengkel, dan kesal</a:t>
            </a:r>
            <a:endParaRPr/>
          </a:p>
          <a:p>
            <a:pPr indent="-274320" lvl="0" marL="274320" rtl="0" algn="l">
              <a:spcBef>
                <a:spcPts val="600"/>
              </a:spcBef>
              <a:spcAft>
                <a:spcPts val="0"/>
              </a:spcAft>
              <a:buSzPts val="1898"/>
              <a:buChar char="⦿"/>
            </a:pPr>
            <a:r>
              <a:rPr lang="en-US"/>
              <a:t>Sikap sabar menerima keutuhan dari pelanggan</a:t>
            </a:r>
            <a:endParaRPr/>
          </a:p>
          <a:p>
            <a:pPr indent="-274320" lvl="0" marL="274320" rtl="0" algn="l">
              <a:spcBef>
                <a:spcPts val="600"/>
              </a:spcBef>
              <a:spcAft>
                <a:spcPts val="0"/>
              </a:spcAft>
              <a:buSzPts val="1898"/>
              <a:buChar char="⦿"/>
            </a:pPr>
            <a:r>
              <a:rPr lang="en-US"/>
              <a:t>Menangani keluhan dengan baik dan bijaksana</a:t>
            </a:r>
            <a:endParaRPr/>
          </a:p>
          <a:p>
            <a:pPr indent="-274320" lvl="0" marL="274320" rtl="0" algn="l">
              <a:spcBef>
                <a:spcPts val="600"/>
              </a:spcBef>
              <a:spcAft>
                <a:spcPts val="0"/>
              </a:spcAft>
              <a:buSzPts val="1898"/>
              <a:buChar char="⦿"/>
            </a:pPr>
            <a:r>
              <a:rPr lang="en-US"/>
              <a:t>Berbicara baik tentang pelanggan dan rekan sekerja</a:t>
            </a:r>
            <a:endParaRPr/>
          </a:p>
          <a:p>
            <a:pPr indent="-274320" lvl="0" marL="274320" rtl="0" algn="l">
              <a:spcBef>
                <a:spcPts val="600"/>
              </a:spcBef>
              <a:spcAft>
                <a:spcPts val="0"/>
              </a:spcAft>
              <a:buSzPts val="1898"/>
              <a:buChar char="⦿"/>
            </a:pPr>
            <a:r>
              <a:rPr lang="en-US"/>
              <a:t>Tampil professional</a:t>
            </a:r>
            <a:endParaRPr/>
          </a:p>
          <a:p>
            <a:pPr indent="-274320" lvl="0" marL="274320" rtl="0" algn="l">
              <a:spcBef>
                <a:spcPts val="600"/>
              </a:spcBef>
              <a:spcAft>
                <a:spcPts val="0"/>
              </a:spcAft>
              <a:buSzPts val="1898"/>
              <a:buChar char="⦿"/>
            </a:pPr>
            <a:r>
              <a:rPr lang="en-US"/>
              <a:t>Menghargai hasil kerja bawahan</a:t>
            </a:r>
            <a:endParaRPr/>
          </a:p>
          <a:p>
            <a:pPr indent="-274320" lvl="0" marL="274320" rtl="0" algn="l">
              <a:spcBef>
                <a:spcPts val="600"/>
              </a:spcBef>
              <a:spcAft>
                <a:spcPts val="0"/>
              </a:spcAft>
              <a:buSzPts val="1898"/>
              <a:buChar char="⦿"/>
            </a:pPr>
            <a:r>
              <a:rPr lang="en-US"/>
              <a:t>Selalu mengucapkan terima kasih</a:t>
            </a:r>
            <a:endParaRPr/>
          </a:p>
          <a:p>
            <a:pPr indent="-274320" lvl="0" marL="274320" rtl="0" algn="l">
              <a:spcBef>
                <a:spcPts val="600"/>
              </a:spcBef>
              <a:spcAft>
                <a:spcPts val="0"/>
              </a:spcAft>
              <a:buSzPts val="1898"/>
              <a:buChar char="⦿"/>
            </a:pPr>
            <a:r>
              <a:rPr lang="en-US"/>
              <a:t>Mengucapkan salam</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3"/>
          <p:cNvSpPr txBox="1"/>
          <p:nvPr>
            <p:ph type="title"/>
          </p:nvPr>
        </p:nvSpPr>
        <p:spPr>
          <a:xfrm>
            <a:off x="457200" y="320040"/>
            <a:ext cx="7239000" cy="1143000"/>
          </a:xfrm>
          <a:prstGeom prst="rect">
            <a:avLst/>
          </a:prstGeom>
          <a:noFill/>
          <a:ln>
            <a:noFill/>
          </a:ln>
        </p:spPr>
        <p:txBody>
          <a:bodyPr anchorCtr="0" anchor="b" bIns="0" lIns="45700" spcFirstLastPara="1" rIns="45700" wrap="square" tIns="0">
            <a:normAutofit/>
          </a:bodyPr>
          <a:lstStyle/>
          <a:p>
            <a:pPr indent="0" lvl="0" marL="0" rtl="0" algn="l">
              <a:spcBef>
                <a:spcPts val="0"/>
              </a:spcBef>
              <a:spcAft>
                <a:spcPts val="0"/>
              </a:spcAft>
              <a:buClr>
                <a:srgbClr val="F9F4F6"/>
              </a:buClr>
              <a:buSzPts val="3800"/>
              <a:buFont typeface="Trebuchet MS"/>
              <a:buNone/>
            </a:pPr>
            <a:r>
              <a:t/>
            </a:r>
            <a:endParaRPr/>
          </a:p>
        </p:txBody>
      </p:sp>
      <p:sp>
        <p:nvSpPr>
          <p:cNvPr id="215" name="Google Shape;215;p33"/>
          <p:cNvSpPr txBox="1"/>
          <p:nvPr>
            <p:ph idx="1" type="body"/>
          </p:nvPr>
        </p:nvSpPr>
        <p:spPr>
          <a:xfrm>
            <a:off x="457200" y="990600"/>
            <a:ext cx="7239000" cy="5465136"/>
          </a:xfrm>
          <a:prstGeom prst="rect">
            <a:avLst/>
          </a:prstGeom>
          <a:solidFill>
            <a:srgbClr val="FDF59C"/>
          </a:solid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336"/>
              <a:buChar char="⦿"/>
            </a:pPr>
            <a:r>
              <a:rPr lang="en-US" sz="3200"/>
              <a:t>Kemampuan negoisasi</a:t>
            </a:r>
            <a:endParaRPr sz="3200"/>
          </a:p>
          <a:p>
            <a:pPr indent="-274320" lvl="0" marL="274320" rtl="0" algn="l">
              <a:spcBef>
                <a:spcPts val="600"/>
              </a:spcBef>
              <a:spcAft>
                <a:spcPts val="0"/>
              </a:spcAft>
              <a:buSzPts val="2336"/>
              <a:buChar char="⦿"/>
            </a:pPr>
            <a:r>
              <a:rPr lang="en-US" sz="3200"/>
              <a:t>Kebersihan tubuh dan pakaian</a:t>
            </a:r>
            <a:endParaRPr sz="3200"/>
          </a:p>
          <a:p>
            <a:pPr indent="-274320" lvl="0" marL="274320" rtl="0" algn="l">
              <a:spcBef>
                <a:spcPts val="600"/>
              </a:spcBef>
              <a:spcAft>
                <a:spcPts val="0"/>
              </a:spcAft>
              <a:buSzPts val="2336"/>
              <a:buChar char="⦿"/>
            </a:pPr>
            <a:r>
              <a:rPr lang="en-US" sz="3200"/>
              <a:t>Sikap rendah hati, jujur, teliti, dan memaafkan</a:t>
            </a:r>
            <a:endParaRPr sz="3200"/>
          </a:p>
          <a:p>
            <a:pPr indent="-274320" lvl="0" marL="274320" rtl="0" algn="l">
              <a:spcBef>
                <a:spcPts val="600"/>
              </a:spcBef>
              <a:spcAft>
                <a:spcPts val="0"/>
              </a:spcAft>
              <a:buSzPts val="2336"/>
              <a:buChar char="⦿"/>
            </a:pPr>
            <a:r>
              <a:rPr lang="en-US" sz="3200"/>
              <a:t>Menghormati waktu</a:t>
            </a:r>
            <a:endParaRPr sz="3200"/>
          </a:p>
          <a:p>
            <a:pPr indent="-274320" lvl="0" marL="274320" rtl="0" algn="l">
              <a:spcBef>
                <a:spcPts val="600"/>
              </a:spcBef>
              <a:spcAft>
                <a:spcPts val="0"/>
              </a:spcAft>
              <a:buSzPts val="2336"/>
              <a:buChar char="⦿"/>
            </a:pPr>
            <a:r>
              <a:rPr lang="en-US" sz="3200"/>
              <a:t>Setia pada atasan</a:t>
            </a:r>
            <a:endParaRPr sz="3200"/>
          </a:p>
          <a:p>
            <a:pPr indent="-274320" lvl="0" marL="274320" rtl="0" algn="l">
              <a:spcBef>
                <a:spcPts val="600"/>
              </a:spcBef>
              <a:spcAft>
                <a:spcPts val="0"/>
              </a:spcAft>
              <a:buSzPts val="2336"/>
              <a:buChar char="⦿"/>
            </a:pPr>
            <a:r>
              <a:rPr lang="en-US" sz="3200"/>
              <a:t>Sikap keterbukaan</a:t>
            </a:r>
            <a:endParaRPr sz="3200"/>
          </a:p>
          <a:p>
            <a:pPr indent="-274320" lvl="0" marL="274320" rtl="0" algn="l">
              <a:spcBef>
                <a:spcPts val="600"/>
              </a:spcBef>
              <a:spcAft>
                <a:spcPts val="0"/>
              </a:spcAft>
              <a:buSzPts val="2336"/>
              <a:buChar char="⦿"/>
            </a:pPr>
            <a:r>
              <a:rPr lang="en-US" sz="3200"/>
              <a:t>Sikap kepercayaan</a:t>
            </a:r>
            <a:endParaRPr sz="3200"/>
          </a:p>
          <a:p>
            <a:pPr indent="-274320" lvl="0" marL="274320" rtl="0" algn="l">
              <a:spcBef>
                <a:spcPts val="600"/>
              </a:spcBef>
              <a:spcAft>
                <a:spcPts val="0"/>
              </a:spcAft>
              <a:buSzPts val="2336"/>
              <a:buChar char="⦿"/>
            </a:pPr>
            <a:r>
              <a:rPr lang="en-US" sz="3200"/>
              <a:t>Sikap kebersamaan</a:t>
            </a:r>
            <a:endParaRPr sz="3200"/>
          </a:p>
          <a:p>
            <a:pPr indent="-274320" lvl="0" marL="274320" rtl="0" algn="l">
              <a:spcBef>
                <a:spcPts val="600"/>
              </a:spcBef>
              <a:spcAft>
                <a:spcPts val="0"/>
              </a:spcAft>
              <a:buSzPts val="2336"/>
              <a:buChar char="⦿"/>
            </a:pPr>
            <a:r>
              <a:rPr lang="en-US" sz="3200"/>
              <a:t>Sikap kelanggengan</a:t>
            </a:r>
            <a:endParaRPr sz="3200"/>
          </a:p>
          <a:p>
            <a:pPr indent="-153797" lvl="0" marL="274320" rtl="0" algn="l">
              <a:spcBef>
                <a:spcPts val="600"/>
              </a:spcBef>
              <a:spcAft>
                <a:spcPts val="0"/>
              </a:spcAft>
              <a:buSzPts val="1898"/>
              <a:buNone/>
            </a:pPr>
            <a:r>
              <a:t/>
            </a:r>
            <a:endParaRPr/>
          </a:p>
          <a:p>
            <a:pPr indent="-153797" lvl="0" marL="274320" rtl="0" algn="l">
              <a:spcBef>
                <a:spcPts val="600"/>
              </a:spcBef>
              <a:spcAft>
                <a:spcPts val="0"/>
              </a:spcAft>
              <a:buSzPts val="1898"/>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4"/>
          <p:cNvSpPr txBox="1"/>
          <p:nvPr>
            <p:ph idx="12" type="sldNum"/>
          </p:nvPr>
        </p:nvSpPr>
        <p:spPr>
          <a:xfrm>
            <a:off x="6251448" y="6556248"/>
            <a:ext cx="588336" cy="2286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descr="35183" id="221" name="Google Shape;221;p34"/>
          <p:cNvPicPr preferRelativeResize="0"/>
          <p:nvPr/>
        </p:nvPicPr>
        <p:blipFill rotWithShape="1">
          <a:blip r:embed="rId3">
            <a:alphaModFix/>
          </a:blip>
          <a:srcRect b="0" l="0" r="0" t="0"/>
          <a:stretch/>
        </p:blipFill>
        <p:spPr>
          <a:xfrm>
            <a:off x="914400" y="1219200"/>
            <a:ext cx="1244112" cy="1524000"/>
          </a:xfrm>
          <a:prstGeom prst="rect">
            <a:avLst/>
          </a:prstGeom>
          <a:noFill/>
          <a:ln>
            <a:noFill/>
          </a:ln>
        </p:spPr>
      </p:pic>
      <p:pic>
        <p:nvPicPr>
          <p:cNvPr descr="35114" id="222" name="Google Shape;222;p34"/>
          <p:cNvPicPr preferRelativeResize="0"/>
          <p:nvPr/>
        </p:nvPicPr>
        <p:blipFill rotWithShape="1">
          <a:blip r:embed="rId4">
            <a:alphaModFix/>
          </a:blip>
          <a:srcRect b="0" l="0" r="0" t="0"/>
          <a:stretch/>
        </p:blipFill>
        <p:spPr>
          <a:xfrm>
            <a:off x="4010758" y="1219200"/>
            <a:ext cx="1188426" cy="1524000"/>
          </a:xfrm>
          <a:prstGeom prst="rect">
            <a:avLst/>
          </a:prstGeom>
          <a:noFill/>
          <a:ln>
            <a:noFill/>
          </a:ln>
        </p:spPr>
      </p:pic>
      <p:pic>
        <p:nvPicPr>
          <p:cNvPr descr="35116" id="223" name="Google Shape;223;p34"/>
          <p:cNvPicPr preferRelativeResize="0"/>
          <p:nvPr/>
        </p:nvPicPr>
        <p:blipFill rotWithShape="1">
          <a:blip r:embed="rId5">
            <a:alphaModFix/>
          </a:blip>
          <a:srcRect b="0" l="0" r="0" t="0"/>
          <a:stretch/>
        </p:blipFill>
        <p:spPr>
          <a:xfrm>
            <a:off x="5627077" y="1219200"/>
            <a:ext cx="1245577" cy="1524000"/>
          </a:xfrm>
          <a:prstGeom prst="rect">
            <a:avLst/>
          </a:prstGeom>
          <a:noFill/>
          <a:ln>
            <a:noFill/>
          </a:ln>
        </p:spPr>
      </p:pic>
      <p:pic>
        <p:nvPicPr>
          <p:cNvPr descr="35113" id="224" name="Google Shape;224;p34"/>
          <p:cNvPicPr preferRelativeResize="0"/>
          <p:nvPr/>
        </p:nvPicPr>
        <p:blipFill rotWithShape="1">
          <a:blip r:embed="rId6">
            <a:alphaModFix/>
          </a:blip>
          <a:srcRect b="0" l="0" r="0" t="0"/>
          <a:stretch/>
        </p:blipFill>
        <p:spPr>
          <a:xfrm>
            <a:off x="2461846" y="1219200"/>
            <a:ext cx="1191358" cy="1524000"/>
          </a:xfrm>
          <a:prstGeom prst="rect">
            <a:avLst/>
          </a:prstGeom>
          <a:noFill/>
          <a:ln>
            <a:noFill/>
          </a:ln>
        </p:spPr>
      </p:pic>
      <p:pic>
        <p:nvPicPr>
          <p:cNvPr descr="31062" id="225" name="Google Shape;225;p34"/>
          <p:cNvPicPr preferRelativeResize="0"/>
          <p:nvPr/>
        </p:nvPicPr>
        <p:blipFill rotWithShape="1">
          <a:blip r:embed="rId7">
            <a:alphaModFix/>
          </a:blip>
          <a:srcRect b="0" l="0" r="0" t="0"/>
          <a:stretch/>
        </p:blipFill>
        <p:spPr>
          <a:xfrm>
            <a:off x="7244862" y="1219200"/>
            <a:ext cx="1362808" cy="1600200"/>
          </a:xfrm>
          <a:prstGeom prst="rect">
            <a:avLst/>
          </a:prstGeom>
          <a:noFill/>
          <a:ln>
            <a:noFill/>
          </a:ln>
        </p:spPr>
      </p:pic>
      <p:sp>
        <p:nvSpPr>
          <p:cNvPr id="226" name="Google Shape;226;p34"/>
          <p:cNvSpPr/>
          <p:nvPr/>
        </p:nvSpPr>
        <p:spPr>
          <a:xfrm>
            <a:off x="748812" y="168276"/>
            <a:ext cx="7927731" cy="646331"/>
          </a:xfrm>
          <a:prstGeom prst="rect">
            <a:avLst/>
          </a:prstGeom>
          <a:solidFill>
            <a:schemeClr val="lt1"/>
          </a:solid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FF3300"/>
                </a:solidFill>
                <a:latin typeface="Comic Sans MS"/>
                <a:ea typeface="Comic Sans MS"/>
                <a:cs typeface="Comic Sans MS"/>
                <a:sym typeface="Comic Sans MS"/>
              </a:rPr>
              <a:t>PERBEDAAN TUJUAN PELAYANAN SEKTOR PUBLIK DAN SEKTOR BISNIS </a:t>
            </a:r>
            <a:endParaRPr/>
          </a:p>
        </p:txBody>
      </p:sp>
      <p:sp>
        <p:nvSpPr>
          <p:cNvPr id="227" name="Google Shape;227;p34"/>
          <p:cNvSpPr/>
          <p:nvPr/>
        </p:nvSpPr>
        <p:spPr>
          <a:xfrm>
            <a:off x="562707" y="3048000"/>
            <a:ext cx="3815862" cy="3581400"/>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1800"/>
              <a:buFont typeface="Noto Sans Symbols"/>
              <a:buNone/>
            </a:pPr>
            <a:r>
              <a:rPr b="1" i="1" lang="en-US" sz="2400">
                <a:solidFill>
                  <a:schemeClr val="dk1"/>
                </a:solidFill>
                <a:latin typeface="Trebuchet MS"/>
                <a:ea typeface="Trebuchet MS"/>
                <a:cs typeface="Trebuchet MS"/>
                <a:sym typeface="Trebuchet MS"/>
              </a:rPr>
              <a:t>Sektor Publik :</a:t>
            </a:r>
            <a:endParaRPr/>
          </a:p>
          <a:p>
            <a:pPr indent="-342900" lvl="0" marL="342900" marR="0" rtl="0" algn="l">
              <a:lnSpc>
                <a:spcPct val="90000"/>
              </a:lnSpc>
              <a:spcBef>
                <a:spcPts val="480"/>
              </a:spcBef>
              <a:spcAft>
                <a:spcPts val="0"/>
              </a:spcAft>
              <a:buClr>
                <a:schemeClr val="dk1"/>
              </a:buClr>
              <a:buSzPts val="1800"/>
              <a:buFont typeface="Noto Sans Symbols"/>
              <a:buChar char="■"/>
            </a:pPr>
            <a:r>
              <a:rPr b="1" lang="en-US" sz="2400">
                <a:solidFill>
                  <a:schemeClr val="dk1"/>
                </a:solidFill>
                <a:latin typeface="Trebuchet MS"/>
                <a:ea typeface="Trebuchet MS"/>
                <a:cs typeface="Trebuchet MS"/>
                <a:sym typeface="Trebuchet MS"/>
              </a:rPr>
              <a:t>Implementasi Dasar hukum </a:t>
            </a:r>
            <a:endParaRPr/>
          </a:p>
          <a:p>
            <a:pPr indent="-342900" lvl="0" marL="342900" marR="0" rtl="0" algn="l">
              <a:lnSpc>
                <a:spcPct val="90000"/>
              </a:lnSpc>
              <a:spcBef>
                <a:spcPts val="480"/>
              </a:spcBef>
              <a:spcAft>
                <a:spcPts val="0"/>
              </a:spcAft>
              <a:buClr>
                <a:schemeClr val="dk1"/>
              </a:buClr>
              <a:buSzPts val="1800"/>
              <a:buFont typeface="Noto Sans Symbols"/>
              <a:buChar char="■"/>
            </a:pPr>
            <a:r>
              <a:rPr b="1" lang="en-US" sz="2400">
                <a:solidFill>
                  <a:schemeClr val="dk1"/>
                </a:solidFill>
                <a:latin typeface="Trebuchet MS"/>
                <a:ea typeface="Trebuchet MS"/>
                <a:cs typeface="Trebuchet MS"/>
                <a:sym typeface="Trebuchet MS"/>
              </a:rPr>
              <a:t>Fokus pada Wide stakeholder</a:t>
            </a:r>
            <a:endParaRPr/>
          </a:p>
          <a:p>
            <a:pPr indent="-342900" lvl="0" marL="342900" marR="0" rtl="0" algn="l">
              <a:lnSpc>
                <a:spcPct val="90000"/>
              </a:lnSpc>
              <a:spcBef>
                <a:spcPts val="480"/>
              </a:spcBef>
              <a:spcAft>
                <a:spcPts val="0"/>
              </a:spcAft>
              <a:buClr>
                <a:schemeClr val="dk1"/>
              </a:buClr>
              <a:buSzPts val="1800"/>
              <a:buFont typeface="Noto Sans Symbols"/>
              <a:buChar char="■"/>
            </a:pPr>
            <a:r>
              <a:rPr b="1" lang="en-US" sz="2400">
                <a:solidFill>
                  <a:schemeClr val="dk1"/>
                </a:solidFill>
                <a:latin typeface="Trebuchet MS"/>
                <a:ea typeface="Trebuchet MS"/>
                <a:cs typeface="Trebuchet MS"/>
                <a:sym typeface="Trebuchet MS"/>
              </a:rPr>
              <a:t>Memberdayakan masyarakat</a:t>
            </a:r>
            <a:endParaRPr b="1" sz="2400">
              <a:solidFill>
                <a:schemeClr val="dk1"/>
              </a:solidFill>
              <a:latin typeface="Trebuchet MS"/>
              <a:ea typeface="Trebuchet MS"/>
              <a:cs typeface="Trebuchet MS"/>
              <a:sym typeface="Trebuchet MS"/>
            </a:endParaRPr>
          </a:p>
          <a:p>
            <a:pPr indent="-342900" lvl="0" marL="342900" marR="0" rtl="0" algn="l">
              <a:lnSpc>
                <a:spcPct val="90000"/>
              </a:lnSpc>
              <a:spcBef>
                <a:spcPts val="480"/>
              </a:spcBef>
              <a:spcAft>
                <a:spcPts val="0"/>
              </a:spcAft>
              <a:buClr>
                <a:schemeClr val="dk1"/>
              </a:buClr>
              <a:buSzPts val="1800"/>
              <a:buFont typeface="Noto Sans Symbols"/>
              <a:buChar char="■"/>
            </a:pPr>
            <a:r>
              <a:rPr b="1" lang="en-US" sz="2400">
                <a:solidFill>
                  <a:schemeClr val="dk1"/>
                </a:solidFill>
                <a:latin typeface="Trebuchet MS"/>
                <a:ea typeface="Trebuchet MS"/>
                <a:cs typeface="Trebuchet MS"/>
                <a:sym typeface="Trebuchet MS"/>
              </a:rPr>
              <a:t>Dituntut akuntabel terhadap publik</a:t>
            </a:r>
            <a:endParaRPr b="1" sz="2400">
              <a:solidFill>
                <a:schemeClr val="dk1"/>
              </a:solidFill>
              <a:latin typeface="Trebuchet MS"/>
              <a:ea typeface="Trebuchet MS"/>
              <a:cs typeface="Trebuchet MS"/>
              <a:sym typeface="Trebuchet MS"/>
            </a:endParaRPr>
          </a:p>
        </p:txBody>
      </p:sp>
      <p:sp>
        <p:nvSpPr>
          <p:cNvPr id="228" name="Google Shape;228;p34"/>
          <p:cNvSpPr/>
          <p:nvPr/>
        </p:nvSpPr>
        <p:spPr>
          <a:xfrm>
            <a:off x="4724400" y="3048000"/>
            <a:ext cx="3886200" cy="3581400"/>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342900" lvl="0" marL="342900" marR="0" rtl="0" algn="l">
              <a:spcBef>
                <a:spcPts val="0"/>
              </a:spcBef>
              <a:spcAft>
                <a:spcPts val="0"/>
              </a:spcAft>
              <a:buClr>
                <a:schemeClr val="folHlink"/>
              </a:buClr>
              <a:buSzPts val="2100"/>
              <a:buFont typeface="Noto Sans Symbols"/>
              <a:buNone/>
            </a:pPr>
            <a:r>
              <a:rPr b="1" i="1" lang="en-US" sz="2800">
                <a:solidFill>
                  <a:schemeClr val="dk1"/>
                </a:solidFill>
                <a:latin typeface="Trebuchet MS"/>
                <a:ea typeface="Trebuchet MS"/>
                <a:cs typeface="Trebuchet MS"/>
                <a:sym typeface="Trebuchet MS"/>
              </a:rPr>
              <a:t>Sektor Bisnis :</a:t>
            </a:r>
            <a:endParaRPr/>
          </a:p>
          <a:p>
            <a:pPr indent="-342900" lvl="0" marL="342900" marR="0" rtl="0" algn="l">
              <a:spcBef>
                <a:spcPts val="480"/>
              </a:spcBef>
              <a:spcAft>
                <a:spcPts val="0"/>
              </a:spcAft>
              <a:buClr>
                <a:schemeClr val="folHlink"/>
              </a:buClr>
              <a:buSzPts val="1800"/>
              <a:buFont typeface="Noto Sans Symbols"/>
              <a:buNone/>
            </a:pPr>
            <a:r>
              <a:rPr b="1" lang="en-US" sz="2400">
                <a:solidFill>
                  <a:schemeClr val="dk1"/>
                </a:solidFill>
                <a:latin typeface="Trebuchet MS"/>
                <a:ea typeface="Trebuchet MS"/>
                <a:cs typeface="Trebuchet MS"/>
                <a:sym typeface="Trebuchet MS"/>
              </a:rPr>
              <a:t>♣ Implementasi kebijakkan direksi</a:t>
            </a:r>
            <a:endParaRPr b="1" sz="2400">
              <a:solidFill>
                <a:schemeClr val="dk1"/>
              </a:solidFill>
              <a:latin typeface="Trebuchet MS"/>
              <a:ea typeface="Trebuchet MS"/>
              <a:cs typeface="Trebuchet MS"/>
              <a:sym typeface="Trebuchet MS"/>
            </a:endParaRPr>
          </a:p>
          <a:p>
            <a:pPr indent="-342900" lvl="0" marL="342900" marR="0" rtl="0" algn="l">
              <a:spcBef>
                <a:spcPts val="480"/>
              </a:spcBef>
              <a:spcAft>
                <a:spcPts val="0"/>
              </a:spcAft>
              <a:buClr>
                <a:schemeClr val="folHlink"/>
              </a:buClr>
              <a:buSzPts val="1800"/>
              <a:buFont typeface="Noto Sans Symbols"/>
              <a:buNone/>
            </a:pPr>
            <a:r>
              <a:rPr b="1" lang="en-US" sz="2400">
                <a:solidFill>
                  <a:schemeClr val="dk1"/>
                </a:solidFill>
                <a:latin typeface="Trebuchet MS"/>
                <a:ea typeface="Trebuchet MS"/>
                <a:cs typeface="Trebuchet MS"/>
                <a:sym typeface="Trebuchet MS"/>
              </a:rPr>
              <a:t>♣ Fokus pada shareholders</a:t>
            </a:r>
            <a:endParaRPr/>
          </a:p>
          <a:p>
            <a:pPr indent="-342900" lvl="0" marL="342900" marR="0" rtl="0" algn="l">
              <a:spcBef>
                <a:spcPts val="480"/>
              </a:spcBef>
              <a:spcAft>
                <a:spcPts val="0"/>
              </a:spcAft>
              <a:buClr>
                <a:schemeClr val="folHlink"/>
              </a:buClr>
              <a:buSzPts val="1800"/>
              <a:buFont typeface="Noto Sans Symbols"/>
              <a:buNone/>
            </a:pPr>
            <a:r>
              <a:rPr b="1" lang="en-US" sz="2400">
                <a:solidFill>
                  <a:schemeClr val="dk1"/>
                </a:solidFill>
                <a:latin typeface="Trebuchet MS"/>
                <a:ea typeface="Trebuchet MS"/>
                <a:cs typeface="Trebuchet MS"/>
                <a:sym typeface="Trebuchet MS"/>
              </a:rPr>
              <a:t>♣ Bertujuan mencari keuntungan</a:t>
            </a:r>
            <a:endParaRPr b="1" sz="2400">
              <a:solidFill>
                <a:schemeClr val="dk1"/>
              </a:solidFill>
              <a:latin typeface="Trebuchet MS"/>
              <a:ea typeface="Trebuchet MS"/>
              <a:cs typeface="Trebuchet MS"/>
              <a:sym typeface="Trebuchet MS"/>
            </a:endParaRPr>
          </a:p>
          <a:p>
            <a:pPr indent="-342900" lvl="0" marL="342900" marR="0" rtl="0" algn="l">
              <a:spcBef>
                <a:spcPts val="480"/>
              </a:spcBef>
              <a:spcAft>
                <a:spcPts val="0"/>
              </a:spcAft>
              <a:buClr>
                <a:schemeClr val="folHlink"/>
              </a:buClr>
              <a:buSzPts val="1800"/>
              <a:buFont typeface="Noto Sans Symbols"/>
              <a:buNone/>
            </a:pPr>
            <a:r>
              <a:rPr b="1" lang="en-US" sz="2400">
                <a:solidFill>
                  <a:schemeClr val="dk1"/>
                </a:solidFill>
                <a:latin typeface="Trebuchet MS"/>
                <a:ea typeface="Trebuchet MS"/>
                <a:cs typeface="Trebuchet MS"/>
                <a:sym typeface="Trebuchet MS"/>
              </a:rPr>
              <a:t>♣ Dituntut akuntabel pada shareholders</a:t>
            </a:r>
            <a:endParaRPr b="1" sz="2400">
              <a:solidFill>
                <a:schemeClr val="lt1"/>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230"/>
                                        <p:tgtEl>
                                          <p:spTgt spid="2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2000"/>
                                        <p:tgtEl>
                                          <p:spTgt spid="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2000"/>
                                        <p:tgtEl>
                                          <p:spTgt spid="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pulent">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
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2" r:id="rId3"/>
    <p:sldId id="280" r:id="rId4"/>
    <p:sldId id="261" r:id="rId5"/>
    <p:sldId id="273" r:id="rId6"/>
    <p:sldId id="262" r:id="rId7"/>
    <p:sldId id="263" r:id="rId8"/>
    <p:sldId id="274" r:id="rId9"/>
    <p:sldId id="264" r:id="rId10"/>
    <p:sldId id="265" r:id="rId11"/>
    <p:sldId id="266" r:id="rId12"/>
    <p:sldId id="275" r:id="rId13"/>
    <p:sldId id="267" r:id="rId14"/>
    <p:sldId id="276" r:id="rId15"/>
    <p:sldId id="268" r:id="rId16"/>
    <p:sldId id="269" r:id="rId17"/>
    <p:sldId id="270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3EC2BF1-551B-42E5-B092-C0AD34B832DE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838200"/>
            <a:ext cx="8229600" cy="253682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LAYANAN PRIMA </a:t>
            </a: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DAN </a:t>
            </a:r>
            <a:b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MENGORGANISIR </a:t>
            </a:r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COMPLAIN</a:t>
            </a:r>
            <a:r>
              <a:rPr lang="en-US" sz="3600" i="1" dirty="0"/>
              <a:t/>
            </a:r>
            <a:br>
              <a:rPr lang="en-US" sz="3600" i="1" dirty="0"/>
            </a:br>
            <a:endParaRPr lang="en-US" sz="3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077200" cy="5711952"/>
          </a:xfr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 err="1" smtClean="0"/>
              <a:t>Dasar</a:t>
            </a:r>
            <a:r>
              <a:rPr lang="en-US" sz="3200" dirty="0" smtClean="0"/>
              <a:t> </a:t>
            </a:r>
            <a:r>
              <a:rPr lang="en-US" sz="3200" dirty="0" err="1" smtClean="0"/>
              <a:t>pentingnya</a:t>
            </a:r>
            <a:r>
              <a:rPr lang="en-US" sz="3200" dirty="0" smtClean="0"/>
              <a:t> </a:t>
            </a:r>
            <a:r>
              <a:rPr lang="en-US" sz="3200" dirty="0" err="1" smtClean="0"/>
              <a:t>mengorganisir</a:t>
            </a:r>
            <a:r>
              <a:rPr lang="en-US" sz="3200" dirty="0" smtClean="0"/>
              <a:t> </a:t>
            </a:r>
            <a:r>
              <a:rPr lang="en-US" sz="3200" dirty="0" err="1" smtClean="0"/>
              <a:t>komplain</a:t>
            </a:r>
            <a:r>
              <a:rPr lang="en-US" sz="3200" dirty="0" smtClean="0"/>
              <a:t> </a:t>
            </a:r>
            <a:r>
              <a:rPr lang="en-US" sz="3200" dirty="0" err="1" smtClean="0"/>
              <a:t>menurut</a:t>
            </a:r>
            <a:r>
              <a:rPr lang="en-US" sz="3200" dirty="0" smtClean="0"/>
              <a:t> </a:t>
            </a:r>
            <a:r>
              <a:rPr lang="en-US" sz="3200" dirty="0" err="1" smtClean="0"/>
              <a:t>Scelling</a:t>
            </a:r>
            <a:r>
              <a:rPr lang="en-US" sz="3200" dirty="0" smtClean="0"/>
              <a:t> and Chris </a:t>
            </a:r>
            <a:r>
              <a:rPr lang="en-US" sz="3200" dirty="0" err="1" smtClean="0"/>
              <a:t>Topher</a:t>
            </a:r>
            <a:r>
              <a:rPr lang="en-US" sz="3200" dirty="0" smtClean="0"/>
              <a:t>:  :</a:t>
            </a:r>
          </a:p>
          <a:p>
            <a:endParaRPr lang="en-US" dirty="0" smtClean="0"/>
          </a:p>
          <a:p>
            <a:pPr algn="ctr"/>
            <a:r>
              <a:rPr lang="en-US" sz="3600" dirty="0" smtClean="0"/>
              <a:t>”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bahwa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pelanggan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yg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mengeluh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adalah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teman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baik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kami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karena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mereka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memberikan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kesempatan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kapada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kami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untuk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meningkatkan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pelayanan</a:t>
            </a:r>
            <a:r>
              <a:rPr lang="en-US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”</a:t>
            </a:r>
            <a:endParaRPr lang="en-US" b="1" dirty="0">
              <a:latin typeface="Century Gothic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Komplain</a:t>
            </a:r>
            <a:r>
              <a:rPr lang="en-US" dirty="0" smtClean="0"/>
              <a:t> </a:t>
            </a:r>
            <a:r>
              <a:rPr lang="en-US" dirty="0" err="1" smtClean="0"/>
              <a:t>pelanggan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ctr">
              <a:buAutoNum type="arabicPeriod"/>
            </a:pPr>
            <a:r>
              <a:rPr lang="en-US" sz="4000" dirty="0" smtClean="0"/>
              <a:t>Call Center</a:t>
            </a:r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Mas</a:t>
            </a:r>
            <a:r>
              <a:rPr lang="en-US" sz="4000" dirty="0" smtClean="0"/>
              <a:t> Media</a:t>
            </a:r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Surat</a:t>
            </a:r>
            <a:r>
              <a:rPr lang="en-US" sz="4000" dirty="0" smtClean="0"/>
              <a:t> </a:t>
            </a:r>
            <a:r>
              <a:rPr lang="en-US" sz="4000" dirty="0" err="1" smtClean="0"/>
              <a:t>menyurat</a:t>
            </a:r>
            <a:endParaRPr lang="en-US" sz="4000" dirty="0" smtClean="0"/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Tatap</a:t>
            </a:r>
            <a:r>
              <a:rPr lang="en-US" sz="4000" dirty="0" smtClean="0"/>
              <a:t> </a:t>
            </a:r>
            <a:r>
              <a:rPr lang="en-US" sz="4000" dirty="0" err="1" smtClean="0"/>
              <a:t>muka</a:t>
            </a:r>
            <a:endParaRPr lang="en-US" sz="4000" dirty="0" smtClean="0"/>
          </a:p>
          <a:p>
            <a:pPr marL="457200" indent="-457200" algn="ctr">
              <a:buAutoNum type="arabicPeriod"/>
            </a:pP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 err="1" smtClean="0"/>
              <a:t>Peranan</a:t>
            </a:r>
            <a:r>
              <a:rPr lang="en-US" dirty="0" smtClean="0"/>
              <a:t> Call Center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5029200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3200" dirty="0" err="1" smtClean="0"/>
              <a:t>Fasilitas</a:t>
            </a:r>
            <a:r>
              <a:rPr lang="en-US" sz="3200" dirty="0" smtClean="0"/>
              <a:t> </a:t>
            </a:r>
            <a:r>
              <a:rPr lang="en-US" sz="3200" i="1" dirty="0"/>
              <a:t>call center</a:t>
            </a:r>
            <a:r>
              <a:rPr lang="en-US" sz="3200" dirty="0"/>
              <a:t> </a:t>
            </a:r>
            <a:r>
              <a:rPr lang="en-US" sz="3200" dirty="0" err="1"/>
              <a:t>merupakan</a:t>
            </a:r>
            <a:r>
              <a:rPr lang="en-US" sz="3200" dirty="0"/>
              <a:t> </a:t>
            </a:r>
            <a:r>
              <a:rPr lang="en-US" sz="3200" dirty="0" err="1"/>
              <a:t>layanan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perusahan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meningkatkan</a:t>
            </a:r>
            <a:r>
              <a:rPr lang="en-US" sz="3200" dirty="0"/>
              <a:t> </a:t>
            </a:r>
            <a:r>
              <a:rPr lang="en-US" sz="3200" dirty="0" err="1"/>
              <a:t>daya</a:t>
            </a:r>
            <a:r>
              <a:rPr lang="en-US" sz="3200" dirty="0"/>
              <a:t> </a:t>
            </a:r>
            <a:r>
              <a:rPr lang="en-US" sz="3200" dirty="0" err="1"/>
              <a:t>saing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mata</a:t>
            </a:r>
            <a:r>
              <a:rPr lang="en-US" sz="3200" dirty="0"/>
              <a:t> </a:t>
            </a:r>
            <a:r>
              <a:rPr lang="en-US" sz="3200" dirty="0" err="1"/>
              <a:t>pelanggannya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i="1" dirty="0" smtClean="0"/>
              <a:t>Service</a:t>
            </a:r>
            <a:r>
              <a:rPr lang="en-US" sz="3200" dirty="0" smtClean="0"/>
              <a:t> </a:t>
            </a:r>
            <a:r>
              <a:rPr lang="en-US" sz="3200" dirty="0"/>
              <a:t>yang </a:t>
            </a:r>
            <a:r>
              <a:rPr lang="en-US" sz="3200" dirty="0" err="1"/>
              <a:t>bagus</a:t>
            </a:r>
            <a:r>
              <a:rPr lang="en-US" sz="3200" dirty="0"/>
              <a:t> </a:t>
            </a:r>
            <a:r>
              <a:rPr lang="en-US" sz="3200" dirty="0" err="1"/>
              <a:t>melalui</a:t>
            </a:r>
            <a:r>
              <a:rPr lang="en-US" sz="3200" dirty="0"/>
              <a:t> </a:t>
            </a:r>
            <a:r>
              <a:rPr lang="en-US" sz="3200" i="1" dirty="0"/>
              <a:t>call center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memberikan</a:t>
            </a:r>
            <a:r>
              <a:rPr lang="en-US" sz="3200" dirty="0"/>
              <a:t> </a:t>
            </a:r>
            <a:r>
              <a:rPr lang="en-US" sz="3200" dirty="0" err="1"/>
              <a:t>pengalaman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menjadikannya</a:t>
            </a:r>
            <a:r>
              <a:rPr lang="en-US" sz="3200" dirty="0"/>
              <a:t> loyal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penganjur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 smtClean="0"/>
              <a:t>/ </a:t>
            </a:r>
            <a:r>
              <a:rPr lang="en-US" sz="3200" i="1" dirty="0" smtClean="0"/>
              <a:t>customer </a:t>
            </a:r>
            <a:r>
              <a:rPr lang="en-US" sz="3200" dirty="0"/>
              <a:t>lain (</a:t>
            </a:r>
            <a:r>
              <a:rPr lang="en-US" sz="3200" dirty="0" err="1"/>
              <a:t>baru</a:t>
            </a:r>
            <a:r>
              <a:rPr lang="en-US" sz="3200" dirty="0"/>
              <a:t>). </a:t>
            </a:r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077200" cy="540715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4000" dirty="0" err="1" smtClean="0"/>
              <a:t>Pelanggan</a:t>
            </a:r>
            <a:r>
              <a:rPr lang="en-US" sz="4000" dirty="0" smtClean="0"/>
              <a:t> yang </a:t>
            </a:r>
            <a:r>
              <a:rPr lang="en-US" sz="4000" dirty="0" err="1" smtClean="0"/>
              <a:t>semakin</a:t>
            </a:r>
            <a:r>
              <a:rPr lang="en-US" sz="4000" dirty="0" smtClean="0"/>
              <a:t> mobile </a:t>
            </a:r>
            <a:r>
              <a:rPr lang="en-US" sz="4000" dirty="0" err="1" smtClean="0"/>
              <a:t>dan</a:t>
            </a:r>
            <a:r>
              <a:rPr lang="en-US" sz="4000" dirty="0" smtClean="0"/>
              <a:t> </a:t>
            </a:r>
            <a:r>
              <a:rPr lang="en-US" sz="4000" dirty="0" err="1" smtClean="0"/>
              <a:t>canggih</a:t>
            </a:r>
            <a:r>
              <a:rPr lang="en-US" sz="4000" dirty="0" smtClean="0"/>
              <a:t> </a:t>
            </a:r>
            <a:r>
              <a:rPr lang="en-US" sz="4000" dirty="0" err="1" smtClean="0"/>
              <a:t>serta</a:t>
            </a:r>
            <a:r>
              <a:rPr lang="en-US" sz="4000" dirty="0" smtClean="0"/>
              <a:t> </a:t>
            </a:r>
            <a:r>
              <a:rPr lang="en-US" sz="4000" dirty="0" err="1" smtClean="0"/>
              <a:t>keinginan</a:t>
            </a:r>
            <a:r>
              <a:rPr lang="en-US" sz="4000" dirty="0" smtClean="0"/>
              <a:t> </a:t>
            </a:r>
            <a:r>
              <a:rPr lang="en-US" sz="4000" dirty="0" err="1" smtClean="0"/>
              <a:t>untuk</a:t>
            </a:r>
            <a:r>
              <a:rPr lang="en-US" sz="4000" dirty="0" smtClean="0"/>
              <a:t> </a:t>
            </a:r>
            <a:r>
              <a:rPr lang="en-US" sz="4000" dirty="0" err="1" smtClean="0"/>
              <a:t>memperoleh</a:t>
            </a:r>
            <a:r>
              <a:rPr lang="en-US" sz="4000" dirty="0" smtClean="0"/>
              <a:t> </a:t>
            </a:r>
            <a:r>
              <a:rPr lang="en-US" sz="4000" dirty="0" err="1" smtClean="0"/>
              <a:t>pelayanan</a:t>
            </a:r>
            <a:r>
              <a:rPr lang="en-US" sz="4000" dirty="0" smtClean="0"/>
              <a:t> yang </a:t>
            </a:r>
            <a:r>
              <a:rPr lang="en-US" sz="4000" dirty="0" err="1" smtClean="0"/>
              <a:t>semakin</a:t>
            </a:r>
            <a:r>
              <a:rPr lang="en-US" sz="4000" dirty="0" smtClean="0"/>
              <a:t> </a:t>
            </a:r>
            <a:r>
              <a:rPr lang="en-US" sz="4000" dirty="0" err="1" smtClean="0"/>
              <a:t>cepat</a:t>
            </a:r>
            <a:r>
              <a:rPr lang="en-US" sz="4000" dirty="0" smtClean="0"/>
              <a:t> </a:t>
            </a:r>
            <a:r>
              <a:rPr lang="en-US" sz="4000" dirty="0" err="1" smtClean="0"/>
              <a:t>menjadi</a:t>
            </a:r>
            <a:r>
              <a:rPr lang="en-US" sz="4000" dirty="0" smtClean="0"/>
              <a:t> </a:t>
            </a:r>
            <a:r>
              <a:rPr lang="en-US" sz="4000" dirty="0" err="1" smtClean="0"/>
              <a:t>salah</a:t>
            </a:r>
            <a:r>
              <a:rPr lang="en-US" sz="4000" dirty="0" smtClean="0"/>
              <a:t> </a:t>
            </a:r>
            <a:r>
              <a:rPr lang="en-US" sz="4000" dirty="0" err="1" smtClean="0"/>
              <a:t>satu</a:t>
            </a:r>
            <a:r>
              <a:rPr lang="en-US" sz="4000" dirty="0" smtClean="0"/>
              <a:t> </a:t>
            </a:r>
            <a:r>
              <a:rPr lang="en-US" sz="4000" dirty="0" err="1" smtClean="0"/>
              <a:t>alasan</a:t>
            </a:r>
            <a:r>
              <a:rPr lang="en-US" sz="4000" dirty="0" smtClean="0"/>
              <a:t> </a:t>
            </a:r>
            <a:r>
              <a:rPr lang="en-US" sz="4000" dirty="0" err="1" smtClean="0"/>
              <a:t>mengapa</a:t>
            </a:r>
            <a:r>
              <a:rPr lang="en-US" sz="4000" dirty="0" smtClean="0"/>
              <a:t> </a:t>
            </a:r>
            <a:r>
              <a:rPr lang="en-US" sz="4000" i="1" dirty="0" smtClean="0"/>
              <a:t>call center</a:t>
            </a:r>
            <a:r>
              <a:rPr lang="en-US" sz="4000" dirty="0" smtClean="0"/>
              <a:t> </a:t>
            </a:r>
            <a:r>
              <a:rPr lang="en-US" sz="4000" dirty="0" err="1" smtClean="0"/>
              <a:t>dibutuhkan</a:t>
            </a:r>
            <a:r>
              <a:rPr lang="en-US" sz="40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err="1"/>
              <a:t>memberikan</a:t>
            </a:r>
            <a:r>
              <a:rPr lang="en-US" sz="3200" b="1" dirty="0"/>
              <a:t> </a:t>
            </a:r>
            <a:r>
              <a:rPr lang="en-US" sz="3200" b="1" dirty="0" err="1"/>
              <a:t>pengalaman</a:t>
            </a:r>
            <a:r>
              <a:rPr lang="en-US" sz="3200" b="1" dirty="0"/>
              <a:t> </a:t>
            </a:r>
            <a:r>
              <a:rPr lang="en-US" sz="3200" b="1" dirty="0" err="1"/>
              <a:t>bagi</a:t>
            </a:r>
            <a:r>
              <a:rPr lang="en-US" sz="3200" b="1" dirty="0"/>
              <a:t> </a:t>
            </a:r>
            <a:r>
              <a:rPr lang="en-US" sz="3200" b="1" dirty="0" err="1"/>
              <a:t>pelanggan</a:t>
            </a:r>
            <a:r>
              <a:rPr lang="en-US" sz="3200" b="1" dirty="0"/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50292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/>
              <a:t>Spec </a:t>
            </a:r>
            <a:r>
              <a:rPr lang="en-US" sz="3600" b="1" dirty="0"/>
              <a:t>Non </a:t>
            </a:r>
            <a:r>
              <a:rPr lang="en-US" sz="3600" b="1" dirty="0" smtClean="0"/>
              <a:t>Verbal</a:t>
            </a:r>
          </a:p>
          <a:p>
            <a:r>
              <a:rPr lang="en-US" sz="3200" b="1" dirty="0" err="1" smtClean="0"/>
              <a:t>Kualitas</a:t>
            </a:r>
            <a:r>
              <a:rPr lang="en-US" sz="3200" b="1" dirty="0" smtClean="0"/>
              <a:t> </a:t>
            </a:r>
            <a:r>
              <a:rPr lang="en-US" sz="3200" b="1" dirty="0" err="1"/>
              <a:t>suara</a:t>
            </a:r>
            <a:r>
              <a:rPr lang="en-US" sz="3200" b="1" dirty="0"/>
              <a:t> </a:t>
            </a:r>
            <a:r>
              <a:rPr lang="en-US" sz="3200" dirty="0"/>
              <a:t>: </a:t>
            </a:r>
            <a:r>
              <a:rPr lang="en-US" sz="3200" dirty="0" err="1"/>
              <a:t>jernih</a:t>
            </a:r>
            <a:r>
              <a:rPr lang="en-US" sz="3200" dirty="0"/>
              <a:t>, </a:t>
            </a:r>
            <a:r>
              <a:rPr lang="en-US" sz="3200" dirty="0" err="1"/>
              <a:t>jelas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logat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medok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cadel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sengau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gagap</a:t>
            </a:r>
            <a:r>
              <a:rPr lang="en-US" sz="3200" dirty="0"/>
              <a:t>.</a:t>
            </a:r>
          </a:p>
          <a:p>
            <a:r>
              <a:rPr lang="en-US" sz="3200" b="1" dirty="0" err="1"/>
              <a:t>Intonasi</a:t>
            </a:r>
            <a:r>
              <a:rPr lang="en-US" sz="3200" b="1" dirty="0"/>
              <a:t> </a:t>
            </a:r>
            <a:r>
              <a:rPr lang="en-US" sz="3200" b="1" dirty="0" err="1"/>
              <a:t>suara</a:t>
            </a:r>
            <a:r>
              <a:rPr lang="en-US" sz="3200" dirty="0"/>
              <a:t>: </a:t>
            </a:r>
            <a:r>
              <a:rPr lang="en-US" sz="3200" dirty="0" err="1"/>
              <a:t>artikulasi</a:t>
            </a:r>
            <a:r>
              <a:rPr lang="en-US" sz="3200" dirty="0"/>
              <a:t> </a:t>
            </a:r>
            <a:r>
              <a:rPr lang="en-US" sz="3200" dirty="0" err="1"/>
              <a:t>jelas</a:t>
            </a:r>
            <a:r>
              <a:rPr lang="en-US" sz="3200" dirty="0"/>
              <a:t>, phrase, pitch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tekanan</a:t>
            </a:r>
            <a:r>
              <a:rPr lang="en-US" sz="3200" dirty="0"/>
              <a:t> </a:t>
            </a:r>
            <a:r>
              <a:rPr lang="en-US" sz="3200" dirty="0" err="1"/>
              <a:t>penurunan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jeda</a:t>
            </a:r>
            <a:r>
              <a:rPr lang="en-US" sz="3200" dirty="0"/>
              <a:t>.</a:t>
            </a:r>
          </a:p>
          <a:p>
            <a:r>
              <a:rPr lang="en-US" sz="3200" b="1" dirty="0"/>
              <a:t>Tempo/</a:t>
            </a:r>
            <a:r>
              <a:rPr lang="en-US" sz="3200" b="1" dirty="0" err="1"/>
              <a:t>kecepatan</a:t>
            </a:r>
            <a:r>
              <a:rPr lang="en-US" sz="3200" b="1" dirty="0"/>
              <a:t> </a:t>
            </a:r>
            <a:r>
              <a:rPr lang="en-US" sz="3200" b="1" dirty="0" err="1"/>
              <a:t>bicara</a:t>
            </a:r>
            <a:r>
              <a:rPr lang="en-US" sz="3200" dirty="0"/>
              <a:t>: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diatur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terlalu</a:t>
            </a:r>
            <a:r>
              <a:rPr lang="en-US" sz="3200" dirty="0"/>
              <a:t> </a:t>
            </a:r>
            <a:r>
              <a:rPr lang="en-US" sz="3200" dirty="0" err="1"/>
              <a:t>cepat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lambat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/>
          <a:p>
            <a:r>
              <a:rPr lang="en-US" b="1" dirty="0" smtClean="0"/>
              <a:t>.</a:t>
            </a:r>
            <a:r>
              <a:rPr lang="en-US" b="1" dirty="0" err="1" smtClean="0"/>
              <a:t>Aspek</a:t>
            </a:r>
            <a:r>
              <a:rPr lang="en-US" b="1" dirty="0" smtClean="0"/>
              <a:t> Verbal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 err="1" smtClean="0"/>
              <a:t>Ungkapan-ungkapan</a:t>
            </a:r>
            <a:r>
              <a:rPr lang="en-US" sz="2800" dirty="0" smtClean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gaya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penyambutan</a:t>
            </a:r>
            <a:r>
              <a:rPr lang="en-US" sz="2800" dirty="0"/>
              <a:t>/greeting, </a:t>
            </a:r>
            <a:r>
              <a:rPr lang="en-US" sz="2800" dirty="0" err="1"/>
              <a:t>mengajukan</a:t>
            </a:r>
            <a:r>
              <a:rPr lang="en-US" sz="2800" dirty="0"/>
              <a:t> </a:t>
            </a:r>
            <a:r>
              <a:rPr lang="en-US" sz="2800" dirty="0" err="1"/>
              <a:t>pertanyaan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menjawab</a:t>
            </a:r>
            <a:r>
              <a:rPr lang="en-US" sz="2800" dirty="0"/>
              <a:t> </a:t>
            </a:r>
            <a:r>
              <a:rPr lang="en-US" sz="2800" dirty="0" err="1"/>
              <a:t>pertanyaan</a:t>
            </a:r>
            <a:r>
              <a:rPr lang="en-US" sz="2800" dirty="0"/>
              <a:t>.</a:t>
            </a:r>
          </a:p>
          <a:p>
            <a:r>
              <a:rPr lang="en-US" sz="2800" dirty="0"/>
              <a:t>Tata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r>
              <a:rPr lang="en-US" sz="2800" dirty="0" err="1"/>
              <a:t>kata</a:t>
            </a:r>
            <a:r>
              <a:rPr lang="en-US" sz="2800" dirty="0"/>
              <a:t> </a:t>
            </a:r>
            <a:r>
              <a:rPr lang="en-US" sz="2800" dirty="0" err="1"/>
              <a:t>baku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selama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berlangsung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kata</a:t>
            </a:r>
            <a:r>
              <a:rPr lang="en-US" sz="2800" dirty="0"/>
              <a:t> yang </a:t>
            </a:r>
            <a:r>
              <a:rPr lang="en-US" sz="2800" dirty="0" err="1"/>
              <a:t>disampaikan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cirri </a:t>
            </a:r>
            <a:r>
              <a:rPr lang="en-US" sz="2800" dirty="0" err="1"/>
              <a:t>khas</a:t>
            </a:r>
            <a:r>
              <a:rPr lang="en-US" sz="2800" dirty="0"/>
              <a:t> </a:t>
            </a:r>
            <a:r>
              <a:rPr lang="en-US" sz="2800" dirty="0" err="1"/>
              <a:t>prosedur</a:t>
            </a:r>
            <a:r>
              <a:rPr lang="en-US" sz="2800" dirty="0"/>
              <a:t> </a:t>
            </a:r>
            <a:r>
              <a:rPr lang="en-US" sz="2800" dirty="0" err="1"/>
              <a:t>pesan-pesan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informasi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 smtClean="0"/>
              <a:t>Layanan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Konsumen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Keseharian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Melalui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Telepon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924800" cy="53309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600" dirty="0" err="1" smtClean="0"/>
              <a:t>Pastikan</a:t>
            </a:r>
            <a:r>
              <a:rPr lang="en-US" sz="3600" dirty="0" smtClean="0"/>
              <a:t> </a:t>
            </a:r>
            <a:r>
              <a:rPr lang="en-US" sz="3600" dirty="0" err="1" smtClean="0"/>
              <a:t>mesin</a:t>
            </a:r>
            <a:r>
              <a:rPr lang="en-US" sz="3600" dirty="0" smtClean="0"/>
              <a:t> </a:t>
            </a:r>
            <a:r>
              <a:rPr lang="en-US" sz="3600" dirty="0" err="1" smtClean="0"/>
              <a:t>penjawab</a:t>
            </a:r>
            <a:r>
              <a:rPr lang="en-US" sz="3600" dirty="0" smtClean="0"/>
              <a:t> </a:t>
            </a:r>
            <a:r>
              <a:rPr lang="en-US" sz="3600" dirty="0" err="1" smtClean="0"/>
              <a:t>otomatis</a:t>
            </a:r>
            <a:r>
              <a:rPr lang="en-US" sz="3600" dirty="0" smtClean="0"/>
              <a:t> </a:t>
            </a:r>
            <a:r>
              <a:rPr lang="en-US" sz="3600" dirty="0" err="1" smtClean="0"/>
              <a:t>anda</a:t>
            </a:r>
            <a:r>
              <a:rPr lang="en-US" sz="3600" dirty="0" smtClean="0"/>
              <a:t> </a:t>
            </a:r>
            <a:r>
              <a:rPr lang="en-US" sz="3600" dirty="0" err="1" smtClean="0"/>
              <a:t>mudah</a:t>
            </a:r>
            <a:r>
              <a:rPr lang="en-US" sz="3600" dirty="0" smtClean="0"/>
              <a:t> </a:t>
            </a:r>
            <a:r>
              <a:rPr lang="en-US" sz="3600" dirty="0" err="1" smtClean="0"/>
              <a:t>digunakan</a:t>
            </a:r>
            <a:endParaRPr lang="en-US" sz="3600" dirty="0" smtClean="0"/>
          </a:p>
          <a:p>
            <a:r>
              <a:rPr lang="en-US" sz="3600" dirty="0" err="1" smtClean="0"/>
              <a:t>Jawablah</a:t>
            </a:r>
            <a:r>
              <a:rPr lang="en-US" sz="3600" dirty="0" smtClean="0"/>
              <a:t> </a:t>
            </a:r>
            <a:r>
              <a:rPr lang="en-US" sz="3600" dirty="0" err="1" smtClean="0"/>
              <a:t>telepon</a:t>
            </a:r>
            <a:r>
              <a:rPr lang="en-US" sz="3600" dirty="0" smtClean="0"/>
              <a:t> </a:t>
            </a:r>
            <a:r>
              <a:rPr lang="en-US" sz="3600" dirty="0" err="1" smtClean="0"/>
              <a:t>dengan</a:t>
            </a:r>
            <a:r>
              <a:rPr lang="en-US" sz="3600" dirty="0" smtClean="0"/>
              <a:t> </a:t>
            </a:r>
            <a:r>
              <a:rPr lang="en-US" sz="3600" dirty="0" err="1" smtClean="0"/>
              <a:t>sikap</a:t>
            </a:r>
            <a:r>
              <a:rPr lang="en-US" sz="3600" dirty="0" smtClean="0"/>
              <a:t> </a:t>
            </a:r>
            <a:r>
              <a:rPr lang="en-US" sz="3600" dirty="0" err="1" smtClean="0"/>
              <a:t>positif</a:t>
            </a:r>
            <a:endParaRPr lang="en-US" sz="3600" dirty="0" smtClean="0"/>
          </a:p>
          <a:p>
            <a:r>
              <a:rPr lang="en-US" sz="3600" dirty="0" err="1" smtClean="0"/>
              <a:t>Berikan</a:t>
            </a:r>
            <a:r>
              <a:rPr lang="en-US" sz="3600" dirty="0" smtClean="0"/>
              <a:t> </a:t>
            </a:r>
            <a:r>
              <a:rPr lang="en-US" sz="3600" dirty="0" err="1" smtClean="0"/>
              <a:t>salam</a:t>
            </a:r>
            <a:r>
              <a:rPr lang="en-US" sz="3600" dirty="0" smtClean="0"/>
              <a:t>, </a:t>
            </a:r>
            <a:r>
              <a:rPr lang="en-US" sz="3600" dirty="0" err="1" smtClean="0"/>
              <a:t>sebutkan</a:t>
            </a:r>
            <a:r>
              <a:rPr lang="en-US" sz="3600" dirty="0" smtClean="0"/>
              <a:t> </a:t>
            </a:r>
            <a:r>
              <a:rPr lang="en-US" sz="3600" dirty="0" err="1" smtClean="0"/>
              <a:t>nama</a:t>
            </a:r>
            <a:r>
              <a:rPr lang="en-US" sz="3600" dirty="0" smtClean="0"/>
              <a:t> </a:t>
            </a:r>
            <a:r>
              <a:rPr lang="en-US" sz="3600" dirty="0" err="1" smtClean="0"/>
              <a:t>perusahaan</a:t>
            </a:r>
            <a:r>
              <a:rPr lang="en-US" sz="3600" dirty="0" smtClean="0"/>
              <a:t>, </a:t>
            </a:r>
            <a:r>
              <a:rPr lang="en-US" sz="3600" dirty="0" err="1" smtClean="0"/>
              <a:t>sebutkan</a:t>
            </a:r>
            <a:r>
              <a:rPr lang="en-US" sz="3600" dirty="0" smtClean="0"/>
              <a:t> </a:t>
            </a:r>
            <a:r>
              <a:rPr lang="en-US" sz="3600" dirty="0" err="1" smtClean="0"/>
              <a:t>nama</a:t>
            </a:r>
            <a:r>
              <a:rPr lang="en-US" sz="3600" dirty="0" smtClean="0"/>
              <a:t> </a:t>
            </a:r>
            <a:r>
              <a:rPr lang="en-US" sz="3600" dirty="0" err="1" smtClean="0"/>
              <a:t>kita</a:t>
            </a:r>
            <a:r>
              <a:rPr lang="en-US" sz="3600" dirty="0" smtClean="0"/>
              <a:t>, </a:t>
            </a:r>
            <a:r>
              <a:rPr lang="en-US" sz="3600" dirty="0" err="1" smtClean="0"/>
              <a:t>bertanyalah</a:t>
            </a:r>
            <a:r>
              <a:rPr lang="en-US" sz="3600" dirty="0" smtClean="0"/>
              <a:t>, </a:t>
            </a:r>
            <a:r>
              <a:rPr lang="en-US" sz="3600" dirty="0" err="1" smtClean="0"/>
              <a:t>tawarkan</a:t>
            </a:r>
            <a:r>
              <a:rPr lang="en-US" sz="3600" dirty="0" smtClean="0"/>
              <a:t> </a:t>
            </a:r>
            <a:r>
              <a:rPr lang="en-US" sz="3600" dirty="0" err="1" smtClean="0"/>
              <a:t>bantuan</a:t>
            </a:r>
            <a:r>
              <a:rPr lang="en-US" sz="3600" dirty="0" smtClean="0"/>
              <a:t>, </a:t>
            </a:r>
            <a:r>
              <a:rPr lang="en-US" sz="3600" dirty="0" err="1" smtClean="0"/>
              <a:t>berikan</a:t>
            </a:r>
            <a:r>
              <a:rPr lang="en-US" sz="3600" dirty="0" smtClean="0"/>
              <a:t> </a:t>
            </a:r>
            <a:r>
              <a:rPr lang="en-US" sz="3600" dirty="0" err="1" smtClean="0"/>
              <a:t>jawaban</a:t>
            </a:r>
            <a:r>
              <a:rPr lang="en-US" sz="3600" dirty="0" smtClean="0"/>
              <a:t> yang </a:t>
            </a:r>
            <a:r>
              <a:rPr lang="en-US" sz="3600" dirty="0" err="1" smtClean="0"/>
              <a:t>berguna</a:t>
            </a:r>
            <a:endParaRPr lang="en-US" sz="3600" dirty="0" smtClean="0"/>
          </a:p>
          <a:p>
            <a:endParaRPr lang="en-US" sz="36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7924800" cy="6092952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3200" dirty="0" err="1" smtClean="0"/>
              <a:t>Ubahlah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dengarkan</a:t>
            </a:r>
            <a:r>
              <a:rPr lang="en-US" sz="3200" dirty="0" smtClean="0"/>
              <a:t> </a:t>
            </a:r>
            <a:r>
              <a:rPr lang="en-US" sz="3200" dirty="0" err="1" smtClean="0"/>
              <a:t>rekaman</a:t>
            </a:r>
            <a:r>
              <a:rPr lang="en-US" sz="3200" dirty="0" smtClean="0"/>
              <a:t> </a:t>
            </a:r>
            <a:r>
              <a:rPr lang="en-US" sz="3200" dirty="0" err="1" smtClean="0"/>
              <a:t>pesan</a:t>
            </a:r>
            <a:r>
              <a:rPr lang="en-US" sz="3200" dirty="0" smtClean="0"/>
              <a:t> </a:t>
            </a:r>
            <a:r>
              <a:rPr lang="en-US" sz="3200" dirty="0" err="1" smtClean="0"/>
              <a:t>secepatnya</a:t>
            </a:r>
            <a:r>
              <a:rPr lang="en-US" sz="3200" dirty="0" smtClean="0"/>
              <a:t> (</a:t>
            </a:r>
            <a:r>
              <a:rPr lang="en-US" sz="3200" dirty="0" err="1" smtClean="0"/>
              <a:t>ketersediaan</a:t>
            </a:r>
            <a:r>
              <a:rPr lang="en-US" sz="3200" dirty="0" smtClean="0"/>
              <a:t> mailbox)</a:t>
            </a:r>
          </a:p>
          <a:p>
            <a:r>
              <a:rPr lang="en-US" sz="3200" dirty="0" err="1" smtClean="0"/>
              <a:t>Jagalah</a:t>
            </a:r>
            <a:r>
              <a:rPr lang="en-US" sz="3200" dirty="0" smtClean="0"/>
              <a:t> agar </a:t>
            </a:r>
            <a:r>
              <a:rPr lang="en-US" sz="3200" dirty="0" err="1" smtClean="0"/>
              <a:t>suara</a:t>
            </a:r>
            <a:r>
              <a:rPr lang="en-US" sz="3200" dirty="0" smtClean="0"/>
              <a:t> </a:t>
            </a:r>
            <a:r>
              <a:rPr lang="en-US" sz="3200" dirty="0" err="1" smtClean="0"/>
              <a:t>latar</a:t>
            </a:r>
            <a:r>
              <a:rPr lang="en-US" sz="3200" dirty="0" smtClean="0"/>
              <a:t> </a:t>
            </a:r>
            <a:r>
              <a:rPr lang="en-US" sz="3200" dirty="0" err="1" smtClean="0"/>
              <a:t>sekecil</a:t>
            </a:r>
            <a:r>
              <a:rPr lang="en-US" sz="3200" dirty="0" smtClean="0"/>
              <a:t> </a:t>
            </a:r>
            <a:r>
              <a:rPr lang="en-US" sz="3200" dirty="0" err="1" smtClean="0"/>
              <a:t>mungkin</a:t>
            </a:r>
            <a:endParaRPr lang="en-US" sz="3200" dirty="0" smtClean="0"/>
          </a:p>
          <a:p>
            <a:r>
              <a:rPr lang="en-US" sz="3200" dirty="0" err="1" smtClean="0"/>
              <a:t>Pastikan</a:t>
            </a:r>
            <a:r>
              <a:rPr lang="en-US" sz="3200" dirty="0" smtClean="0"/>
              <a:t> </a:t>
            </a:r>
            <a:r>
              <a:rPr lang="en-US" sz="3200" dirty="0" err="1" smtClean="0"/>
              <a:t>pesannya</a:t>
            </a:r>
            <a:r>
              <a:rPr lang="en-US" sz="3200" dirty="0" smtClean="0"/>
              <a:t> </a:t>
            </a:r>
            <a:r>
              <a:rPr lang="en-US" sz="3200" dirty="0" err="1" smtClean="0"/>
              <a:t>disampaikan</a:t>
            </a:r>
            <a:endParaRPr lang="en-US" sz="3200" dirty="0" smtClean="0"/>
          </a:p>
          <a:p>
            <a:r>
              <a:rPr lang="en-US" sz="3200" dirty="0" err="1" smtClean="0"/>
              <a:t>Usahakan</a:t>
            </a:r>
            <a:r>
              <a:rPr lang="en-US" sz="3200" dirty="0" smtClean="0"/>
              <a:t> </a:t>
            </a:r>
            <a:r>
              <a:rPr lang="en-US" sz="3200" dirty="0" err="1" smtClean="0"/>
              <a:t>penelepon</a:t>
            </a:r>
            <a:r>
              <a:rPr lang="en-US" sz="3200" dirty="0" smtClean="0"/>
              <a:t>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mengulang</a:t>
            </a:r>
            <a:endParaRPr lang="en-US" sz="3200" dirty="0" smtClean="0"/>
          </a:p>
          <a:p>
            <a:r>
              <a:rPr lang="en-US" sz="3200" dirty="0" err="1" smtClean="0"/>
              <a:t>Siapkan</a:t>
            </a:r>
            <a:r>
              <a:rPr lang="en-US" sz="3200" dirty="0" smtClean="0"/>
              <a:t> </a:t>
            </a:r>
            <a:r>
              <a:rPr lang="en-US" sz="3200" dirty="0" err="1" smtClean="0"/>
              <a:t>selalu</a:t>
            </a:r>
            <a:r>
              <a:rPr lang="en-US" sz="3200" dirty="0" smtClean="0"/>
              <a:t> </a:t>
            </a:r>
            <a:r>
              <a:rPr lang="en-US" sz="3200" dirty="0" err="1" smtClean="0"/>
              <a:t>bolpoint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kertas</a:t>
            </a:r>
            <a:r>
              <a:rPr lang="en-US" sz="3200" dirty="0" smtClean="0"/>
              <a:t> </a:t>
            </a:r>
            <a:r>
              <a:rPr lang="en-US" sz="3200" dirty="0" err="1" smtClean="0"/>
              <a:t>di</a:t>
            </a:r>
            <a:r>
              <a:rPr lang="en-US" sz="3200" dirty="0" smtClean="0"/>
              <a:t> </a:t>
            </a:r>
            <a:r>
              <a:rPr lang="en-US" sz="3200" dirty="0" err="1" smtClean="0"/>
              <a:t>samping</a:t>
            </a:r>
            <a:r>
              <a:rPr lang="en-US" sz="3200" dirty="0" smtClean="0"/>
              <a:t> </a:t>
            </a:r>
            <a:r>
              <a:rPr lang="en-US" sz="3200" dirty="0" err="1" smtClean="0"/>
              <a:t>telepon</a:t>
            </a:r>
            <a:endParaRPr lang="en-US" sz="3200" dirty="0" smtClean="0"/>
          </a:p>
          <a:p>
            <a:r>
              <a:rPr lang="en-US" sz="3200" dirty="0" err="1" smtClean="0"/>
              <a:t>Ucapkan</a:t>
            </a:r>
            <a:r>
              <a:rPr lang="en-US" sz="3200" dirty="0" smtClean="0"/>
              <a:t> </a:t>
            </a:r>
            <a:r>
              <a:rPr lang="en-US" sz="3200" dirty="0" err="1" smtClean="0"/>
              <a:t>terima</a:t>
            </a:r>
            <a:r>
              <a:rPr lang="en-US" sz="3200" dirty="0" smtClean="0"/>
              <a:t> </a:t>
            </a:r>
            <a:r>
              <a:rPr lang="en-US" sz="3200" dirty="0" err="1" smtClean="0"/>
              <a:t>kasih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salam</a:t>
            </a:r>
            <a:r>
              <a:rPr lang="en-US" sz="3200" dirty="0" smtClean="0"/>
              <a:t> </a:t>
            </a:r>
            <a:r>
              <a:rPr lang="en-US" sz="3200" dirty="0" err="1" smtClean="0"/>
              <a:t>penutup</a:t>
            </a:r>
            <a:endParaRPr lang="en-US" sz="3200" dirty="0" smtClean="0"/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	</a:t>
            </a:r>
            <a:r>
              <a:rPr lang="en-US" dirty="0" err="1"/>
              <a:t>Layanan</a:t>
            </a:r>
            <a:r>
              <a:rPr lang="en-US" dirty="0"/>
              <a:t> Prima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Mengorganisir</a:t>
            </a:r>
            <a:r>
              <a:rPr lang="en-US" dirty="0"/>
              <a:t> </a:t>
            </a:r>
            <a:r>
              <a:rPr lang="en-US" dirty="0" err="1"/>
              <a:t>Komplain</a:t>
            </a:r>
            <a:r>
              <a:rPr lang="en-US" dirty="0"/>
              <a:t> Via </a:t>
            </a:r>
            <a:r>
              <a:rPr lang="en-US" dirty="0" err="1"/>
              <a:t>Tatap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153400" cy="525475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3200" dirty="0" err="1"/>
              <a:t>Empat</a:t>
            </a:r>
            <a:r>
              <a:rPr lang="en-US" sz="3200" dirty="0"/>
              <a:t> </a:t>
            </a:r>
            <a:r>
              <a:rPr lang="en-US" sz="3200" dirty="0" err="1"/>
              <a:t>prinsip</a:t>
            </a:r>
            <a:r>
              <a:rPr lang="en-US" sz="3200" dirty="0"/>
              <a:t> </a:t>
            </a:r>
            <a:r>
              <a:rPr lang="en-US" sz="3200" dirty="0" err="1"/>
              <a:t>langkah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pelayanan</a:t>
            </a:r>
            <a:r>
              <a:rPr lang="en-US" sz="3200" dirty="0"/>
              <a:t> prima </a:t>
            </a:r>
            <a:r>
              <a:rPr lang="en-US" sz="3200" dirty="0" err="1"/>
              <a:t>bertatap</a:t>
            </a:r>
            <a:r>
              <a:rPr lang="en-US" sz="3200" dirty="0"/>
              <a:t> </a:t>
            </a:r>
            <a:r>
              <a:rPr lang="en-US" sz="3200" dirty="0" err="1"/>
              <a:t>muka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1 </a:t>
            </a:r>
            <a:r>
              <a:rPr lang="en-US" sz="3200" dirty="0"/>
              <a:t>: </a:t>
            </a:r>
            <a:r>
              <a:rPr lang="en-US" sz="3200" dirty="0" err="1"/>
              <a:t>sampaikan</a:t>
            </a:r>
            <a:r>
              <a:rPr lang="en-US" sz="3200" dirty="0"/>
              <a:t> </a:t>
            </a:r>
            <a:r>
              <a:rPr lang="en-US" sz="3200" dirty="0" err="1"/>
              <a:t>sikap</a:t>
            </a:r>
            <a:r>
              <a:rPr lang="en-US" sz="3200" dirty="0"/>
              <a:t> </a:t>
            </a:r>
            <a:r>
              <a:rPr lang="en-US" sz="3200" dirty="0" err="1"/>
              <a:t>positif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</a:t>
            </a:r>
            <a:r>
              <a:rPr lang="en-US" sz="3200" dirty="0"/>
              <a:t>2 : </a:t>
            </a:r>
            <a:r>
              <a:rPr lang="en-US" sz="3200" dirty="0" err="1"/>
              <a:t>kenalilah</a:t>
            </a:r>
            <a:r>
              <a:rPr lang="en-US" sz="3200" dirty="0"/>
              <a:t> </a:t>
            </a:r>
            <a:r>
              <a:rPr lang="en-US" sz="3200" dirty="0" err="1"/>
              <a:t>kebutuhan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</a:t>
            </a:r>
            <a:r>
              <a:rPr lang="en-US" sz="3200" dirty="0"/>
              <a:t>3 : </a:t>
            </a:r>
            <a:r>
              <a:rPr lang="en-US" sz="3200" dirty="0" err="1"/>
              <a:t>penuhilah</a:t>
            </a:r>
            <a:r>
              <a:rPr lang="en-US" sz="3200" dirty="0"/>
              <a:t> </a:t>
            </a:r>
            <a:r>
              <a:rPr lang="en-US" sz="3200" dirty="0" err="1"/>
              <a:t>kebutuhan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	</a:t>
            </a:r>
            <a:r>
              <a:rPr lang="en-US" sz="3200" dirty="0" err="1"/>
              <a:t>Langkah</a:t>
            </a:r>
            <a:r>
              <a:rPr lang="en-US" sz="3200" dirty="0"/>
              <a:t> 4 : </a:t>
            </a:r>
            <a:r>
              <a:rPr lang="en-US" sz="3200" dirty="0" err="1"/>
              <a:t>pastikan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kembali</a:t>
            </a:r>
            <a:r>
              <a:rPr lang="en-US" sz="3200" dirty="0"/>
              <a:t> </a:t>
            </a:r>
            <a:r>
              <a:rPr lang="en-US" sz="3200" dirty="0" err="1"/>
              <a:t>lagi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Hal-</a:t>
            </a:r>
            <a:r>
              <a:rPr lang="en-US" dirty="0" err="1" smtClean="0"/>
              <a:t>hal</a:t>
            </a:r>
            <a:r>
              <a:rPr lang="en-US" dirty="0" smtClean="0"/>
              <a:t> yang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dihindari</a:t>
            </a:r>
            <a:r>
              <a:rPr lang="en-US" dirty="0" smtClean="0"/>
              <a:t> </a:t>
            </a:r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berbicara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924800" cy="533095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/>
          </a:bodyPr>
          <a:lstStyle/>
          <a:p>
            <a:r>
              <a:rPr lang="en-US" sz="2800" dirty="0" err="1" smtClean="0"/>
              <a:t>Mengunakan</a:t>
            </a:r>
            <a:r>
              <a:rPr lang="en-US" sz="2800" dirty="0" smtClean="0"/>
              <a:t> </a:t>
            </a:r>
            <a:r>
              <a:rPr lang="en-US" sz="2800" dirty="0" err="1"/>
              <a:t>istilah</a:t>
            </a:r>
            <a:r>
              <a:rPr lang="en-US" sz="2800" dirty="0"/>
              <a:t> </a:t>
            </a:r>
            <a:r>
              <a:rPr lang="en-US" sz="2800" dirty="0" err="1"/>
              <a:t>edukatif</a:t>
            </a:r>
            <a:r>
              <a:rPr lang="en-US" sz="2800" dirty="0"/>
              <a:t> yang </a:t>
            </a:r>
            <a:r>
              <a:rPr lang="en-US" sz="2800" dirty="0" err="1"/>
              <a:t>sangat</a:t>
            </a:r>
            <a:r>
              <a:rPr lang="en-US" sz="2800" dirty="0"/>
              <a:t> </a:t>
            </a:r>
            <a:r>
              <a:rPr lang="en-US" sz="2800" dirty="0" err="1"/>
              <a:t>teknis</a:t>
            </a:r>
            <a:endParaRPr lang="en-US" sz="2800" dirty="0"/>
          </a:p>
          <a:p>
            <a:r>
              <a:rPr lang="en-US" sz="2800" dirty="0" err="1"/>
              <a:t>Berbelit-belit</a:t>
            </a:r>
            <a:endParaRPr lang="en-US" sz="2800" dirty="0"/>
          </a:p>
          <a:p>
            <a:r>
              <a:rPr lang="en-US" sz="2800" dirty="0" err="1"/>
              <a:t>Sambil</a:t>
            </a:r>
            <a:r>
              <a:rPr lang="en-US" sz="2800" dirty="0"/>
              <a:t> </a:t>
            </a:r>
            <a:r>
              <a:rPr lang="en-US" sz="2800" dirty="0" err="1"/>
              <a:t>mengunyah</a:t>
            </a:r>
            <a:r>
              <a:rPr lang="en-US" sz="2800" dirty="0"/>
              <a:t> </a:t>
            </a:r>
            <a:r>
              <a:rPr lang="en-US" sz="2800" dirty="0" err="1"/>
              <a:t>makanan</a:t>
            </a:r>
            <a:endParaRPr lang="en-US" sz="2800" dirty="0"/>
          </a:p>
          <a:p>
            <a:r>
              <a:rPr lang="en-US" sz="2800" dirty="0" err="1"/>
              <a:t>Pandangan</a:t>
            </a:r>
            <a:r>
              <a:rPr lang="en-US" sz="2800" dirty="0"/>
              <a:t> </a:t>
            </a:r>
            <a:r>
              <a:rPr lang="en-US" sz="2800" dirty="0" err="1"/>
              <a:t>mata</a:t>
            </a:r>
            <a:r>
              <a:rPr lang="en-US" sz="2800" dirty="0"/>
              <a:t> </a:t>
            </a:r>
            <a:r>
              <a:rPr lang="en-US" sz="2800" dirty="0" err="1"/>
              <a:t>menerawang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berfokus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pendengar</a:t>
            </a:r>
            <a:endParaRPr lang="en-US" sz="2800" dirty="0"/>
          </a:p>
          <a:p>
            <a:r>
              <a:rPr lang="en-US" sz="2800" dirty="0" err="1"/>
              <a:t>Menggunakan</a:t>
            </a:r>
            <a:r>
              <a:rPr lang="en-US" sz="2800" dirty="0"/>
              <a:t> </a:t>
            </a:r>
            <a:r>
              <a:rPr lang="en-US" sz="2800" dirty="0" err="1"/>
              <a:t>istilah</a:t>
            </a:r>
            <a:r>
              <a:rPr lang="en-US" sz="2800" dirty="0"/>
              <a:t> </a:t>
            </a:r>
            <a:r>
              <a:rPr lang="en-US" sz="2800" dirty="0" err="1"/>
              <a:t>prokem</a:t>
            </a:r>
            <a:r>
              <a:rPr lang="en-US" sz="2800" dirty="0"/>
              <a:t>/</a:t>
            </a:r>
            <a:r>
              <a:rPr lang="en-US" sz="2800" dirty="0" err="1"/>
              <a:t>kata-kata</a:t>
            </a:r>
            <a:r>
              <a:rPr lang="en-US" sz="2800" dirty="0"/>
              <a:t> yang </a:t>
            </a:r>
            <a:r>
              <a:rPr lang="en-US" sz="2800" dirty="0" err="1"/>
              <a:t>kasar</a:t>
            </a:r>
            <a:endParaRPr lang="en-US" sz="2800" dirty="0"/>
          </a:p>
          <a:p>
            <a:r>
              <a:rPr lang="en-US" sz="2800" dirty="0" err="1"/>
              <a:t>Hilangkanlah</a:t>
            </a:r>
            <a:r>
              <a:rPr lang="en-US" sz="2800" dirty="0"/>
              <a:t> </a:t>
            </a:r>
            <a:r>
              <a:rPr lang="en-US" sz="2800" dirty="0" err="1"/>
              <a:t>kebiasaan</a:t>
            </a:r>
            <a:r>
              <a:rPr lang="en-US" sz="2800" dirty="0"/>
              <a:t> </a:t>
            </a:r>
            <a:r>
              <a:rPr lang="en-US" sz="2800" dirty="0" err="1"/>
              <a:t>latah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menghadapi</a:t>
            </a:r>
            <a:r>
              <a:rPr lang="en-US" dirty="0" smtClean="0"/>
              <a:t> </a:t>
            </a:r>
            <a:r>
              <a:rPr lang="en-US" dirty="0" err="1" smtClean="0"/>
              <a:t>kritik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i="1" dirty="0" smtClean="0"/>
              <a:t>customer </a:t>
            </a:r>
            <a:r>
              <a:rPr lang="en-US" dirty="0" err="1" smtClean="0"/>
              <a:t>adalah</a:t>
            </a:r>
            <a:r>
              <a:rPr lang="en-US" dirty="0" smtClean="0"/>
              <a:t>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Mencari</a:t>
            </a:r>
            <a:r>
              <a:rPr lang="en-US" sz="3200" dirty="0" smtClean="0"/>
              <a:t> </a:t>
            </a:r>
            <a:r>
              <a:rPr lang="en-US" sz="3200" dirty="0" err="1" smtClean="0"/>
              <a:t>informasi</a:t>
            </a:r>
            <a:r>
              <a:rPr lang="en-US" sz="3200" dirty="0" smtClean="0"/>
              <a:t> </a:t>
            </a:r>
            <a:r>
              <a:rPr lang="en-US" sz="3200" dirty="0" err="1" smtClean="0"/>
              <a:t>lebih</a:t>
            </a:r>
            <a:r>
              <a:rPr lang="en-US" sz="3200" dirty="0" smtClean="0"/>
              <a:t> </a:t>
            </a:r>
            <a:r>
              <a:rPr lang="en-US" sz="3200" dirty="0" err="1" smtClean="0"/>
              <a:t>banyak</a:t>
            </a:r>
            <a:endParaRPr lang="en-US" sz="3200" dirty="0" smtClean="0"/>
          </a:p>
          <a:p>
            <a:r>
              <a:rPr lang="en-US" sz="3200" dirty="0" err="1" smtClean="0"/>
              <a:t>Menyetujui</a:t>
            </a:r>
            <a:r>
              <a:rPr lang="en-US" sz="3200" dirty="0" smtClean="0"/>
              <a:t> </a:t>
            </a:r>
            <a:r>
              <a:rPr lang="en-US" sz="3200" dirty="0" err="1" smtClean="0"/>
              <a:t>isi</a:t>
            </a:r>
            <a:r>
              <a:rPr lang="en-US" sz="3200" dirty="0" smtClean="0"/>
              <a:t> </a:t>
            </a:r>
            <a:r>
              <a:rPr lang="en-US" sz="3200" dirty="0" err="1" smtClean="0"/>
              <a:t>kritik</a:t>
            </a:r>
            <a:r>
              <a:rPr lang="en-US" sz="3200" dirty="0" smtClean="0"/>
              <a:t>/</a:t>
            </a:r>
            <a:r>
              <a:rPr lang="en-US" sz="3200" dirty="0" err="1" smtClean="0"/>
              <a:t>sepakat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kritik</a:t>
            </a:r>
            <a:endParaRPr lang="en-US" sz="3200" dirty="0" smtClean="0"/>
          </a:p>
          <a:p>
            <a:r>
              <a:rPr lang="en-US" sz="3200" dirty="0" err="1" smtClean="0"/>
              <a:t>Mengucapkan</a:t>
            </a:r>
            <a:r>
              <a:rPr lang="en-US" sz="3200" dirty="0" smtClean="0"/>
              <a:t> </a:t>
            </a:r>
            <a:r>
              <a:rPr lang="en-US" sz="3200" dirty="0" err="1" smtClean="0"/>
              <a:t>mohon</a:t>
            </a:r>
            <a:r>
              <a:rPr lang="en-US" sz="3200" dirty="0" smtClean="0"/>
              <a:t> </a:t>
            </a:r>
            <a:r>
              <a:rPr lang="en-US" sz="3200" dirty="0" err="1" smtClean="0"/>
              <a:t>maaf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terima</a:t>
            </a:r>
            <a:r>
              <a:rPr lang="en-US" sz="3200" dirty="0" smtClean="0"/>
              <a:t> </a:t>
            </a:r>
            <a:r>
              <a:rPr lang="en-US" sz="3200" dirty="0" err="1" smtClean="0"/>
              <a:t>kasih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menghadapi</a:t>
            </a:r>
            <a:r>
              <a:rPr lang="en-US" dirty="0" smtClean="0"/>
              <a:t> Customer </a:t>
            </a:r>
            <a:r>
              <a:rPr lang="en-US" dirty="0" err="1" smtClean="0"/>
              <a:t>marah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924800" cy="52547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Tetap</a:t>
            </a:r>
            <a:r>
              <a:rPr lang="en-US" sz="3200" dirty="0" smtClean="0"/>
              <a:t> </a:t>
            </a:r>
            <a:r>
              <a:rPr lang="en-US" sz="3200" dirty="0" err="1" smtClean="0"/>
              <a:t>ramah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profeisonal</a:t>
            </a:r>
            <a:endParaRPr lang="en-US" sz="3200" dirty="0" smtClean="0"/>
          </a:p>
          <a:p>
            <a:r>
              <a:rPr lang="en-US" sz="3200" dirty="0" err="1" smtClean="0"/>
              <a:t>Perlakukan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rasa </a:t>
            </a:r>
            <a:r>
              <a:rPr lang="en-US" sz="3200" dirty="0" err="1" smtClean="0"/>
              <a:t>hormat</a:t>
            </a:r>
            <a:endParaRPr lang="en-US" sz="3200" dirty="0" smtClean="0"/>
          </a:p>
          <a:p>
            <a:r>
              <a:rPr lang="en-US" sz="3200" dirty="0" err="1" smtClean="0"/>
              <a:t>Dipanggil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nama</a:t>
            </a:r>
            <a:r>
              <a:rPr lang="en-US" sz="3200" dirty="0" smtClean="0"/>
              <a:t> </a:t>
            </a:r>
            <a:r>
              <a:rPr lang="en-US" sz="3200" dirty="0" err="1" smtClean="0"/>
              <a:t>jelas</a:t>
            </a:r>
            <a:r>
              <a:rPr lang="en-US" sz="3200" dirty="0" smtClean="0"/>
              <a:t> </a:t>
            </a:r>
            <a:r>
              <a:rPr lang="en-US" sz="3200" dirty="0" err="1" smtClean="0"/>
              <a:t>secara</a:t>
            </a:r>
            <a:r>
              <a:rPr lang="en-US" sz="3200" dirty="0" smtClean="0"/>
              <a:t> </a:t>
            </a:r>
            <a:r>
              <a:rPr lang="en-US" sz="3200" dirty="0" err="1" smtClean="0"/>
              <a:t>sopan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tulus</a:t>
            </a:r>
            <a:endParaRPr lang="en-US" sz="3200" dirty="0" smtClean="0"/>
          </a:p>
          <a:p>
            <a:r>
              <a:rPr lang="en-US" sz="3200" dirty="0" err="1" smtClean="0"/>
              <a:t>Menerima</a:t>
            </a:r>
            <a:r>
              <a:rPr lang="en-US" sz="3200" dirty="0" smtClean="0"/>
              <a:t> </a:t>
            </a:r>
            <a:r>
              <a:rPr lang="en-US" sz="3200" dirty="0" err="1" smtClean="0"/>
              <a:t>penjelasan</a:t>
            </a:r>
            <a:r>
              <a:rPr lang="en-US" sz="3200" dirty="0" smtClean="0"/>
              <a:t> </a:t>
            </a:r>
            <a:r>
              <a:rPr lang="en-US" sz="3200" dirty="0" err="1" smtClean="0"/>
              <a:t>tentang</a:t>
            </a:r>
            <a:r>
              <a:rPr lang="en-US" sz="3200" dirty="0" smtClean="0"/>
              <a:t> </a:t>
            </a:r>
            <a:r>
              <a:rPr lang="en-US" sz="3200" dirty="0" err="1" smtClean="0"/>
              <a:t>bagaimana</a:t>
            </a:r>
            <a:r>
              <a:rPr lang="en-US" sz="3200" dirty="0" smtClean="0"/>
              <a:t> </a:t>
            </a:r>
            <a:r>
              <a:rPr lang="en-US" sz="3200" dirty="0" err="1" smtClean="0"/>
              <a:t>terjadinya</a:t>
            </a:r>
            <a:r>
              <a:rPr lang="en-US" sz="3200" dirty="0" smtClean="0"/>
              <a:t> </a:t>
            </a:r>
            <a:r>
              <a:rPr lang="en-US" sz="3200" dirty="0" err="1" smtClean="0"/>
              <a:t>masalah</a:t>
            </a:r>
            <a:endParaRPr lang="en-US" sz="3200" dirty="0" smtClean="0"/>
          </a:p>
          <a:p>
            <a:r>
              <a:rPr lang="en-US" sz="3200" dirty="0" err="1" smtClean="0"/>
              <a:t>Ulangi</a:t>
            </a:r>
            <a:r>
              <a:rPr lang="en-US" sz="3200" dirty="0" smtClean="0"/>
              <a:t> </a:t>
            </a:r>
            <a:r>
              <a:rPr lang="en-US" sz="3200" dirty="0" err="1" smtClean="0"/>
              <a:t>keluhan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dapatkan</a:t>
            </a:r>
            <a:r>
              <a:rPr lang="en-US" sz="3200" dirty="0" smtClean="0"/>
              <a:t> </a:t>
            </a:r>
            <a:r>
              <a:rPr lang="en-US" sz="3200" dirty="0" err="1" smtClean="0"/>
              <a:t>pemahan</a:t>
            </a:r>
            <a:r>
              <a:rPr lang="en-US" sz="3200" dirty="0" smtClean="0"/>
              <a:t> </a:t>
            </a:r>
            <a:r>
              <a:rPr lang="en-US" sz="3200" dirty="0" err="1" smtClean="0"/>
              <a:t>bahwa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r>
              <a:rPr lang="en-US" sz="3200" dirty="0" smtClean="0"/>
              <a:t> </a:t>
            </a:r>
            <a:r>
              <a:rPr lang="en-US" sz="3200" dirty="0" err="1" smtClean="0"/>
              <a:t>telah</a:t>
            </a:r>
            <a:r>
              <a:rPr lang="en-US" sz="3200" dirty="0" smtClean="0"/>
              <a:t> </a:t>
            </a:r>
            <a:r>
              <a:rPr lang="en-US" sz="3200" dirty="0" err="1" smtClean="0"/>
              <a:t>mendengarkan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09600"/>
            <a:ext cx="8001000" cy="58643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 err="1" smtClean="0"/>
              <a:t>Berempati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r>
              <a:rPr lang="en-US" sz="2800" dirty="0" smtClean="0"/>
              <a:t>/</a:t>
            </a:r>
            <a:r>
              <a:rPr lang="en-US" sz="2800" dirty="0" err="1" smtClean="0"/>
              <a:t>terimalah</a:t>
            </a:r>
            <a:r>
              <a:rPr lang="en-US" sz="2800" dirty="0" smtClean="0"/>
              <a:t> </a:t>
            </a:r>
            <a:r>
              <a:rPr lang="en-US" sz="2800" dirty="0" err="1" smtClean="0"/>
              <a:t>perasaan</a:t>
            </a:r>
            <a:r>
              <a:rPr lang="en-US" sz="2800" dirty="0" smtClean="0"/>
              <a:t> </a:t>
            </a:r>
            <a:r>
              <a:rPr lang="en-US" sz="2800" dirty="0" err="1" smtClean="0"/>
              <a:t>tamu</a:t>
            </a:r>
            <a:r>
              <a:rPr lang="en-US" sz="2800" dirty="0" smtClean="0"/>
              <a:t> </a:t>
            </a:r>
            <a:r>
              <a:rPr lang="en-US" sz="2800" dirty="0" err="1" smtClean="0"/>
              <a:t>atau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endParaRPr lang="en-US" sz="2800" dirty="0" smtClean="0"/>
          </a:p>
          <a:p>
            <a:r>
              <a:rPr lang="en-US" sz="2800" dirty="0" err="1" smtClean="0"/>
              <a:t>Minatalah</a:t>
            </a:r>
            <a:r>
              <a:rPr lang="en-US" sz="2800" dirty="0" smtClean="0"/>
              <a:t> </a:t>
            </a:r>
            <a:r>
              <a:rPr lang="en-US" sz="2800" dirty="0" err="1" smtClean="0"/>
              <a:t>maad</a:t>
            </a:r>
            <a:r>
              <a:rPr lang="en-US" sz="2800" dirty="0" smtClean="0"/>
              <a:t>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situasi</a:t>
            </a:r>
            <a:r>
              <a:rPr lang="en-US" sz="2800" dirty="0" smtClean="0"/>
              <a:t> </a:t>
            </a:r>
            <a:r>
              <a:rPr lang="en-US" sz="2800" dirty="0" err="1" smtClean="0"/>
              <a:t>tersebut</a:t>
            </a:r>
            <a:endParaRPr lang="en-US" sz="2800" dirty="0" smtClean="0"/>
          </a:p>
          <a:p>
            <a:r>
              <a:rPr lang="en-US" sz="2800" dirty="0" err="1" smtClean="0"/>
              <a:t>Nyatakan</a:t>
            </a:r>
            <a:r>
              <a:rPr lang="en-US" sz="2800" dirty="0" smtClean="0"/>
              <a:t> </a:t>
            </a:r>
            <a:r>
              <a:rPr lang="en-US" sz="2800" dirty="0" err="1" smtClean="0"/>
              <a:t>bahwa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r>
              <a:rPr lang="en-US" sz="2800" dirty="0" smtClean="0"/>
              <a:t> </a:t>
            </a:r>
            <a:r>
              <a:rPr lang="en-US" sz="2800" dirty="0" err="1" smtClean="0"/>
              <a:t>siap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handal</a:t>
            </a:r>
            <a:r>
              <a:rPr lang="en-US" sz="2800" dirty="0" smtClean="0"/>
              <a:t> </a:t>
            </a:r>
            <a:r>
              <a:rPr lang="en-US" sz="2800" dirty="0" err="1" smtClean="0"/>
              <a:t>membantu</a:t>
            </a:r>
            <a:endParaRPr lang="en-US" sz="2800" dirty="0" smtClean="0"/>
          </a:p>
          <a:p>
            <a:r>
              <a:rPr lang="en-US" sz="2800" dirty="0" err="1" smtClean="0"/>
              <a:t>Periksalah</a:t>
            </a:r>
            <a:r>
              <a:rPr lang="en-US" sz="2800" dirty="0" smtClean="0"/>
              <a:t> </a:t>
            </a:r>
            <a:r>
              <a:rPr lang="en-US" sz="2800" dirty="0" err="1" smtClean="0"/>
              <a:t>informasi</a:t>
            </a:r>
            <a:endParaRPr lang="en-US" sz="2800" dirty="0" smtClean="0"/>
          </a:p>
          <a:p>
            <a:r>
              <a:rPr lang="en-US" sz="2800" dirty="0" err="1" smtClean="0"/>
              <a:t>Jelaskan</a:t>
            </a:r>
            <a:r>
              <a:rPr lang="en-US" sz="2800" dirty="0" smtClean="0"/>
              <a:t> </a:t>
            </a:r>
            <a:r>
              <a:rPr lang="en-US" sz="2800" dirty="0" err="1" smtClean="0"/>
              <a:t>pilihan</a:t>
            </a:r>
            <a:r>
              <a:rPr lang="en-US" sz="2800" dirty="0" smtClean="0"/>
              <a:t> </a:t>
            </a:r>
            <a:r>
              <a:rPr lang="en-US" sz="2800" dirty="0" err="1" smtClean="0"/>
              <a:t>solusi</a:t>
            </a:r>
            <a:r>
              <a:rPr lang="en-US" sz="2800" dirty="0" smtClean="0"/>
              <a:t> yang </a:t>
            </a:r>
            <a:r>
              <a:rPr lang="en-US" sz="2800" dirty="0" err="1" smtClean="0"/>
              <a:t>dapat</a:t>
            </a:r>
            <a:r>
              <a:rPr lang="en-US" sz="2800" dirty="0" smtClean="0"/>
              <a:t> </a:t>
            </a:r>
            <a:r>
              <a:rPr lang="en-US" sz="2800" dirty="0" err="1" smtClean="0"/>
              <a:t>memecahkan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endParaRPr lang="en-US" sz="2800" dirty="0" smtClean="0"/>
          </a:p>
          <a:p>
            <a:r>
              <a:rPr lang="en-US" sz="2800" dirty="0" err="1" smtClean="0"/>
              <a:t>Tetapkan</a:t>
            </a:r>
            <a:r>
              <a:rPr lang="en-US" sz="2800" dirty="0" smtClean="0"/>
              <a:t> </a:t>
            </a:r>
            <a:r>
              <a:rPr lang="en-US" sz="2800" dirty="0" err="1" smtClean="0"/>
              <a:t>tindakan</a:t>
            </a:r>
            <a:r>
              <a:rPr lang="en-US" sz="2800" dirty="0" smtClean="0"/>
              <a:t> yang </a:t>
            </a:r>
            <a:r>
              <a:rPr lang="en-US" sz="2800" dirty="0" err="1" smtClean="0"/>
              <a:t>akan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r>
              <a:rPr lang="en-US" sz="2800" dirty="0" smtClean="0"/>
              <a:t> </a:t>
            </a:r>
            <a:r>
              <a:rPr lang="en-US" sz="2800" dirty="0" err="1" smtClean="0"/>
              <a:t>ambil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beritahu</a:t>
            </a:r>
            <a:r>
              <a:rPr lang="en-US" sz="2800" dirty="0" smtClean="0"/>
              <a:t> </a:t>
            </a:r>
            <a:r>
              <a:rPr lang="en-US" sz="2800" dirty="0" err="1" smtClean="0"/>
              <a:t>mereka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800" dirty="0" err="1" smtClean="0"/>
              <a:t>Pertemukan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orang</a:t>
            </a:r>
            <a:r>
              <a:rPr lang="en-US" sz="2800" dirty="0" smtClean="0"/>
              <a:t> yang </a:t>
            </a:r>
            <a:r>
              <a:rPr lang="en-US" sz="2800" dirty="0" err="1" smtClean="0"/>
              <a:t>berwenang</a:t>
            </a:r>
            <a:r>
              <a:rPr lang="en-US" sz="2800" dirty="0" smtClean="0"/>
              <a:t> yang </a:t>
            </a:r>
            <a:r>
              <a:rPr lang="en-US" sz="2800" dirty="0" err="1" smtClean="0"/>
              <a:t>dpaat</a:t>
            </a:r>
            <a:r>
              <a:rPr lang="en-US" sz="2800" dirty="0" smtClean="0"/>
              <a:t> </a:t>
            </a:r>
            <a:r>
              <a:rPr lang="en-US" sz="2800" dirty="0" err="1" smtClean="0"/>
              <a:t>menyelesaikan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keluhan</a:t>
            </a:r>
            <a:r>
              <a:rPr lang="en-US" sz="2800" dirty="0" smtClean="0"/>
              <a:t> </a:t>
            </a:r>
            <a:r>
              <a:rPr lang="en-US" sz="2800" dirty="0" err="1" smtClean="0"/>
              <a:t>secara</a:t>
            </a:r>
            <a:r>
              <a:rPr lang="en-US" sz="2800" dirty="0" smtClean="0"/>
              <a:t> </a:t>
            </a:r>
            <a:r>
              <a:rPr lang="en-US" sz="2800" dirty="0" err="1" smtClean="0"/>
              <a:t>cepat</a:t>
            </a:r>
            <a:endParaRPr lang="en-US" sz="2800" dirty="0" smtClean="0"/>
          </a:p>
          <a:p>
            <a:r>
              <a:rPr lang="en-US" sz="2800" dirty="0" err="1" smtClean="0"/>
              <a:t>Menangani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menyelesaikan</a:t>
            </a:r>
            <a:r>
              <a:rPr lang="en-US" sz="2800" dirty="0" smtClean="0"/>
              <a:t> </a:t>
            </a:r>
            <a:r>
              <a:rPr lang="en-US" sz="2800" dirty="0" err="1" smtClean="0"/>
              <a:t>keluhan</a:t>
            </a:r>
            <a:r>
              <a:rPr lang="en-US" sz="2800" dirty="0" smtClean="0"/>
              <a:t> </a:t>
            </a:r>
            <a:r>
              <a:rPr lang="en-US" sz="2800" dirty="0" err="1" smtClean="0"/>
              <a:t>itu</a:t>
            </a:r>
            <a:r>
              <a:rPr lang="en-US" sz="2800" dirty="0" smtClean="0"/>
              <a:t> </a:t>
            </a:r>
            <a:r>
              <a:rPr lang="en-US" sz="2800" dirty="0" err="1" smtClean="0"/>
              <a:t>secara</a:t>
            </a:r>
            <a:r>
              <a:rPr lang="en-US" sz="2800" dirty="0" smtClean="0"/>
              <a:t> </a:t>
            </a:r>
            <a:r>
              <a:rPr lang="en-US" sz="2800" dirty="0" err="1" smtClean="0"/>
              <a:t>serius</a:t>
            </a:r>
            <a:endParaRPr lang="en-US" sz="2800" dirty="0" smtClean="0"/>
          </a:p>
          <a:p>
            <a:r>
              <a:rPr lang="en-US" sz="2800" dirty="0" err="1" smtClean="0"/>
              <a:t>Ucapkan</a:t>
            </a:r>
            <a:r>
              <a:rPr lang="en-US" sz="2800" dirty="0" smtClean="0"/>
              <a:t> </a:t>
            </a:r>
            <a:r>
              <a:rPr lang="en-US" sz="2800" dirty="0" err="1" smtClean="0"/>
              <a:t>terima</a:t>
            </a:r>
            <a:r>
              <a:rPr lang="en-US" sz="2800" dirty="0" smtClean="0"/>
              <a:t> </a:t>
            </a:r>
            <a:r>
              <a:rPr lang="en-US" sz="2800" dirty="0" err="1" smtClean="0"/>
              <a:t>kasih</a:t>
            </a:r>
            <a:r>
              <a:rPr lang="en-US" sz="2800" dirty="0" smtClean="0"/>
              <a:t> </a:t>
            </a:r>
            <a:r>
              <a:rPr lang="en-US" sz="2800" dirty="0" err="1" smtClean="0"/>
              <a:t>kepada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r>
              <a:rPr lang="en-US" sz="2800" dirty="0" smtClean="0"/>
              <a:t> </a:t>
            </a:r>
            <a:r>
              <a:rPr lang="en-US" sz="2800" dirty="0" err="1" smtClean="0"/>
              <a:t>karena</a:t>
            </a:r>
            <a:r>
              <a:rPr lang="en-US" sz="2800" dirty="0" smtClean="0"/>
              <a:t> </a:t>
            </a:r>
            <a:r>
              <a:rPr lang="en-US" sz="2800" dirty="0" err="1" smtClean="0"/>
              <a:t>telah</a:t>
            </a:r>
            <a:r>
              <a:rPr lang="en-US" sz="2800" dirty="0" smtClean="0"/>
              <a:t> </a:t>
            </a:r>
            <a:r>
              <a:rPr lang="en-US" sz="2800" dirty="0" err="1" smtClean="0"/>
              <a:t>memunculkan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benak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	</a:t>
            </a:r>
            <a:r>
              <a:rPr lang="en-US" dirty="0" err="1"/>
              <a:t>Layanan</a:t>
            </a:r>
            <a:r>
              <a:rPr lang="en-US" dirty="0"/>
              <a:t> Prima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Mengorganisir</a:t>
            </a:r>
            <a:r>
              <a:rPr lang="en-US" dirty="0"/>
              <a:t> </a:t>
            </a:r>
            <a:r>
              <a:rPr lang="en-US" dirty="0" err="1"/>
              <a:t>Komplain</a:t>
            </a:r>
            <a:r>
              <a:rPr lang="en-US" dirty="0"/>
              <a:t> Via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pembaca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77200" cy="51785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2800" dirty="0" err="1"/>
              <a:t>Tindakan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Antisipasi</a:t>
            </a:r>
            <a:r>
              <a:rPr lang="en-US" sz="2800" dirty="0"/>
              <a:t> </a:t>
            </a:r>
            <a:r>
              <a:rPr lang="en-US" sz="2800" dirty="0" err="1"/>
              <a:t>Menghadapi</a:t>
            </a:r>
            <a:r>
              <a:rPr lang="en-US" sz="2800" dirty="0"/>
              <a:t> </a:t>
            </a:r>
            <a:r>
              <a:rPr lang="en-US" sz="2800" dirty="0" err="1" smtClean="0"/>
              <a:t>Kritikan</a:t>
            </a:r>
            <a:r>
              <a:rPr lang="en-US" sz="2800" dirty="0"/>
              <a:t> </a:t>
            </a:r>
            <a:r>
              <a:rPr lang="en-US" sz="2800" dirty="0" smtClean="0"/>
              <a:t>Via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endParaRPr lang="en-US" sz="2800" dirty="0"/>
          </a:p>
          <a:p>
            <a:r>
              <a:rPr lang="en-US" sz="2800" dirty="0" err="1" smtClean="0"/>
              <a:t>Komunikasi</a:t>
            </a:r>
            <a:r>
              <a:rPr lang="en-US" sz="2800" dirty="0" smtClean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r>
              <a:rPr lang="en-US" sz="2800" dirty="0"/>
              <a:t> :</a:t>
            </a:r>
          </a:p>
          <a:p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terlembagakan</a:t>
            </a:r>
            <a:endParaRPr lang="en-US" sz="2800" dirty="0"/>
          </a:p>
          <a:p>
            <a:r>
              <a:rPr lang="en-US" sz="2800" dirty="0" err="1"/>
              <a:t>Pesan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bersifat</a:t>
            </a:r>
            <a:r>
              <a:rPr lang="en-US" sz="2800" dirty="0"/>
              <a:t> public/</a:t>
            </a:r>
            <a:r>
              <a:rPr lang="en-US" sz="2800" dirty="0" err="1"/>
              <a:t>umum</a:t>
            </a:r>
            <a:endParaRPr lang="en-US" sz="2800" dirty="0"/>
          </a:p>
          <a:p>
            <a:r>
              <a:rPr lang="en-US" sz="2800" dirty="0" err="1"/>
              <a:t>Efek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sikap</a:t>
            </a:r>
            <a:r>
              <a:rPr lang="en-US" sz="2800" dirty="0"/>
              <a:t>, </a:t>
            </a:r>
            <a:r>
              <a:rPr lang="en-US" sz="2800" dirty="0" err="1"/>
              <a:t>opini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perilaku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akibat</a:t>
            </a:r>
            <a:r>
              <a:rPr lang="en-US" sz="2800" dirty="0"/>
              <a:t> </a:t>
            </a:r>
            <a:r>
              <a:rPr lang="en-US" sz="2800" dirty="0" err="1"/>
              <a:t>berlangsungnya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Membalas</a:t>
            </a:r>
            <a:r>
              <a:rPr lang="en-US" dirty="0" smtClean="0"/>
              <a:t> </a:t>
            </a:r>
            <a:r>
              <a:rPr lang="en-US" dirty="0" err="1" smtClean="0"/>
              <a:t>Surat</a:t>
            </a:r>
            <a:r>
              <a:rPr lang="en-US" dirty="0" smtClean="0"/>
              <a:t> </a:t>
            </a:r>
            <a:r>
              <a:rPr lang="en-US" dirty="0" err="1" smtClean="0"/>
              <a:t>Pembaca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 err="1" smtClean="0"/>
              <a:t>Isi</a:t>
            </a:r>
            <a:r>
              <a:rPr lang="en-US" sz="2800" dirty="0" smtClean="0"/>
              <a:t> </a:t>
            </a:r>
            <a:r>
              <a:rPr lang="en-US" sz="2800" dirty="0" err="1"/>
              <a:t>balasan</a:t>
            </a:r>
            <a:r>
              <a:rPr lang="en-US" sz="2800" dirty="0"/>
              <a:t>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r>
              <a:rPr lang="en-US" sz="2800" dirty="0"/>
              <a:t> </a:t>
            </a:r>
            <a:r>
              <a:rPr lang="en-US" sz="2800" dirty="0" smtClean="0"/>
              <a:t>:</a:t>
            </a:r>
          </a:p>
          <a:p>
            <a:pPr>
              <a:buNone/>
            </a:pPr>
            <a:endParaRPr lang="en-US" sz="2800" dirty="0"/>
          </a:p>
          <a:p>
            <a:r>
              <a:rPr lang="en-US" sz="3200" dirty="0" err="1"/>
              <a:t>Cantumkan</a:t>
            </a:r>
            <a:r>
              <a:rPr lang="en-US" sz="3200" dirty="0"/>
              <a:t> </a:t>
            </a:r>
            <a:r>
              <a:rPr lang="en-US" sz="3200" dirty="0" err="1"/>
              <a:t>judul</a:t>
            </a:r>
            <a:r>
              <a:rPr lang="en-US" sz="3200" dirty="0"/>
              <a:t> </a:t>
            </a:r>
            <a:r>
              <a:rPr lang="en-US" sz="3200" dirty="0" err="1"/>
              <a:t>surat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judul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endParaRPr lang="en-US" sz="3200" dirty="0"/>
          </a:p>
          <a:p>
            <a:r>
              <a:rPr lang="en-US" sz="3200" dirty="0" err="1"/>
              <a:t>Ditujukan</a:t>
            </a:r>
            <a:r>
              <a:rPr lang="en-US" sz="3200" dirty="0"/>
              <a:t> </a:t>
            </a:r>
            <a:r>
              <a:rPr lang="en-US" sz="3200" dirty="0" err="1"/>
              <a:t>kepada</a:t>
            </a:r>
            <a:r>
              <a:rPr lang="en-US" sz="3200" dirty="0"/>
              <a:t> </a:t>
            </a:r>
            <a:r>
              <a:rPr lang="en-US" sz="3200" dirty="0" err="1"/>
              <a:t>nama</a:t>
            </a:r>
            <a:r>
              <a:rPr lang="en-US" sz="3200" dirty="0"/>
              <a:t> </a:t>
            </a:r>
            <a:r>
              <a:rPr lang="en-US" sz="3200" dirty="0" err="1"/>
              <a:t>penulis</a:t>
            </a:r>
            <a:r>
              <a:rPr lang="en-US" sz="3200" dirty="0"/>
              <a:t> yang complain</a:t>
            </a:r>
          </a:p>
          <a:p>
            <a:r>
              <a:rPr lang="en-US" sz="3200" dirty="0" err="1"/>
              <a:t>Pemberian</a:t>
            </a:r>
            <a:r>
              <a:rPr lang="en-US" sz="3200" dirty="0"/>
              <a:t> </a:t>
            </a:r>
            <a:r>
              <a:rPr lang="en-US" sz="3200" dirty="0" err="1"/>
              <a:t>informasi</a:t>
            </a:r>
            <a:r>
              <a:rPr lang="en-US" sz="3200" dirty="0"/>
              <a:t> yang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rinci</a:t>
            </a:r>
            <a:endParaRPr lang="en-US" sz="3200" dirty="0"/>
          </a:p>
          <a:p>
            <a:r>
              <a:rPr lang="en-US" sz="3200" dirty="0" err="1"/>
              <a:t>Permintaan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memperoleh</a:t>
            </a:r>
            <a:r>
              <a:rPr lang="en-US" sz="3200" dirty="0"/>
              <a:t> </a:t>
            </a:r>
            <a:r>
              <a:rPr lang="en-US" sz="3200" dirty="0" err="1"/>
              <a:t>informasi</a:t>
            </a:r>
            <a:r>
              <a:rPr lang="en-US" sz="3200" dirty="0"/>
              <a:t> yang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lengkap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menangani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467600" cy="5178552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endParaRPr lang="en-US" sz="3200" dirty="0" smtClean="0"/>
          </a:p>
          <a:p>
            <a:r>
              <a:rPr lang="en-US" sz="3200" dirty="0" err="1" smtClean="0"/>
              <a:t>Ucapan</a:t>
            </a:r>
            <a:r>
              <a:rPr lang="en-US" sz="3200" dirty="0" smtClean="0"/>
              <a:t> yang </a:t>
            </a:r>
            <a:r>
              <a:rPr lang="en-US" sz="3200" dirty="0" err="1" smtClean="0"/>
              <a:t>menunjukan</a:t>
            </a:r>
            <a:r>
              <a:rPr lang="en-US" sz="3200" dirty="0" smtClean="0"/>
              <a:t> </a:t>
            </a:r>
            <a:r>
              <a:rPr lang="en-US" sz="3200" dirty="0" err="1" smtClean="0"/>
              <a:t>penghargaan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penghormatan</a:t>
            </a:r>
            <a:r>
              <a:rPr lang="en-US" sz="3200" dirty="0" smtClean="0"/>
              <a:t> </a:t>
            </a:r>
            <a:r>
              <a:rPr lang="en-US" sz="3200" dirty="0" err="1" smtClean="0"/>
              <a:t>kepada</a:t>
            </a:r>
            <a:r>
              <a:rPr lang="en-US" sz="3200" dirty="0" smtClean="0"/>
              <a:t> </a:t>
            </a:r>
            <a:r>
              <a:rPr lang="en-US" sz="3200" dirty="0" err="1" smtClean="0"/>
              <a:t>penulis</a:t>
            </a:r>
            <a:r>
              <a:rPr lang="en-US" sz="3200" dirty="0" smtClean="0"/>
              <a:t> </a:t>
            </a:r>
            <a:r>
              <a:rPr lang="en-US" sz="3200" dirty="0" err="1" smtClean="0"/>
              <a:t>surat</a:t>
            </a:r>
            <a:r>
              <a:rPr lang="en-US" sz="3200" dirty="0" smtClean="0"/>
              <a:t> </a:t>
            </a:r>
            <a:r>
              <a:rPr lang="en-US" sz="3200" dirty="0" err="1" smtClean="0"/>
              <a:t>pembaca</a:t>
            </a:r>
            <a:endParaRPr lang="en-US" sz="3200" dirty="0" smtClean="0"/>
          </a:p>
          <a:p>
            <a:r>
              <a:rPr lang="en-US" sz="3200" dirty="0" err="1" smtClean="0"/>
              <a:t>Cantumkan</a:t>
            </a:r>
            <a:r>
              <a:rPr lang="en-US" sz="3200" dirty="0" smtClean="0"/>
              <a:t> </a:t>
            </a:r>
            <a:r>
              <a:rPr lang="en-US" sz="3200" dirty="0" err="1" smtClean="0"/>
              <a:t>nama</a:t>
            </a:r>
            <a:r>
              <a:rPr lang="en-US" sz="3200" dirty="0" smtClean="0"/>
              <a:t> </a:t>
            </a:r>
            <a:r>
              <a:rPr lang="en-US" sz="3200" dirty="0" err="1" smtClean="0"/>
              <a:t>serta</a:t>
            </a:r>
            <a:r>
              <a:rPr lang="en-US" sz="3200" dirty="0" smtClean="0"/>
              <a:t> </a:t>
            </a:r>
            <a:r>
              <a:rPr lang="en-US" sz="3200" dirty="0" err="1" smtClean="0"/>
              <a:t>jabatan</a:t>
            </a:r>
            <a:r>
              <a:rPr lang="en-US" sz="3200" dirty="0" smtClean="0"/>
              <a:t> </a:t>
            </a:r>
            <a:r>
              <a:rPr lang="en-US" sz="3200" dirty="0" err="1" smtClean="0"/>
              <a:t>penanggung</a:t>
            </a:r>
            <a:r>
              <a:rPr lang="en-US" sz="3200" dirty="0" smtClean="0"/>
              <a:t> </a:t>
            </a:r>
            <a:r>
              <a:rPr lang="en-US" sz="3200" dirty="0" err="1" smtClean="0"/>
              <a:t>jawab</a:t>
            </a:r>
            <a:r>
              <a:rPr lang="en-US" sz="3200" dirty="0" smtClean="0"/>
              <a:t> </a:t>
            </a:r>
            <a:r>
              <a:rPr lang="en-US" sz="3200" dirty="0" err="1" smtClean="0"/>
              <a:t>pimpinan</a:t>
            </a:r>
            <a:r>
              <a:rPr lang="en-US" sz="3200" dirty="0" smtClean="0"/>
              <a:t> </a:t>
            </a:r>
            <a:r>
              <a:rPr lang="en-US" sz="3200" dirty="0" err="1" smtClean="0"/>
              <a:t>dari</a:t>
            </a:r>
            <a:r>
              <a:rPr lang="en-US" sz="3200" dirty="0" smtClean="0"/>
              <a:t> </a:t>
            </a:r>
            <a:r>
              <a:rPr lang="en-US" sz="3200" dirty="0" err="1" smtClean="0"/>
              <a:t>perusahaan</a:t>
            </a:r>
            <a:endParaRPr lang="en-US" sz="3200" dirty="0" smtClean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209</TotalTime>
  <Words>573</Words>
  <Application>Microsoft Office PowerPoint</Application>
  <PresentationFormat>On-screen Show (4:3)</PresentationFormat>
  <Paragraphs>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Unicode MS</vt:lpstr>
      <vt:lpstr>Century Gothic</vt:lpstr>
      <vt:lpstr>Century Schoolbook</vt:lpstr>
      <vt:lpstr>Wingdings</vt:lpstr>
      <vt:lpstr>Wingdings 2</vt:lpstr>
      <vt:lpstr>Oriel</vt:lpstr>
      <vt:lpstr>LAYANAN PRIMA  DAN  MENGORGANISIR COMPLAIN </vt:lpstr>
      <vt:lpstr>PowerPoint Presentation</vt:lpstr>
      <vt:lpstr>Komplain pelanggan dapat dilakukan melalui :</vt:lpstr>
      <vt:lpstr>Peranan Call Center </vt:lpstr>
      <vt:lpstr>PowerPoint Presentation</vt:lpstr>
      <vt:lpstr>    memberikan pengalaman bagi pelanggan  </vt:lpstr>
      <vt:lpstr>.Aspek Verbal</vt:lpstr>
      <vt:lpstr>Layanan Konsumen Keseharian Melalui Telepon </vt:lpstr>
      <vt:lpstr>PowerPoint Presentation</vt:lpstr>
      <vt:lpstr>2. Layanan Prima dan Mengorganisir Komplain Via Tatap Muka </vt:lpstr>
      <vt:lpstr>Hal-hal yang harus dihindari ketika berbicara </vt:lpstr>
      <vt:lpstr>Langkah dalam menghadapi kritik dari customer adalah :</vt:lpstr>
      <vt:lpstr>Langkah dalam menghadapi Customer marah adalah : </vt:lpstr>
      <vt:lpstr>PowerPoint Presentation</vt:lpstr>
      <vt:lpstr>PowerPoint Presentation</vt:lpstr>
      <vt:lpstr>3. Layanan Prima dan Mengorganisir Komplain Via Surat pembaca </vt:lpstr>
      <vt:lpstr>Membalas Surat Pembaca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LAYANAN PRIMA DAN MENGORGANISIR COMPLAIN</dc:title>
  <dc:creator>TOSHIBA</dc:creator>
  <cp:lastModifiedBy>Yunan</cp:lastModifiedBy>
  <cp:revision>17</cp:revision>
  <dcterms:created xsi:type="dcterms:W3CDTF">2014-05-13T05:32:06Z</dcterms:created>
  <dcterms:modified xsi:type="dcterms:W3CDTF">2022-03-29T03:56:55Z</dcterms:modified>
</cp:coreProperties>
</file>